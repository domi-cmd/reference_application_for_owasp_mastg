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738" r:id="rId2"/>
    <p:sldMasterId id="2147483793" r:id="rId3"/>
  </p:sldMasterIdLst>
  <p:notesMasterIdLst>
    <p:notesMasterId r:id="rId6"/>
  </p:notesMasterIdLst>
  <p:handoutMasterIdLst>
    <p:handoutMasterId r:id="rId7"/>
  </p:handoutMasterIdLst>
  <p:sldIdLst>
    <p:sldId id="256" r:id="rId4"/>
    <p:sldId id="257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0BF"/>
    <a:srgbClr val="BDCCD2"/>
    <a:srgbClr val="FFFFFF"/>
    <a:srgbClr val="4A8796"/>
    <a:srgbClr val="E6002E"/>
    <a:srgbClr val="F4F4F4"/>
    <a:srgbClr val="8E8E8E"/>
    <a:srgbClr val="8DABC9"/>
    <a:srgbClr val="E1EBF5"/>
    <a:srgbClr val="BED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76855" autoAdjust="0"/>
  </p:normalViewPr>
  <p:slideViewPr>
    <p:cSldViewPr>
      <p:cViewPr varScale="1">
        <p:scale>
          <a:sx n="92" d="100"/>
          <a:sy n="92" d="100"/>
        </p:scale>
        <p:origin x="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49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B13D9-EE20-4263-A517-453A6CC0358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6EC07-0A99-4547-B3E3-7D82A955BA1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86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9E2E8-0589-406D-8FD1-7B0DBC84FBDE}" type="datetimeFigureOut">
              <a:rPr lang="de-CH" smtClean="0"/>
              <a:t>31.01.2026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01061-0450-4586-BC97-FCEC15115AD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255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23" hasCustomPrompt="1"/>
          </p:nvPr>
        </p:nvSpPr>
        <p:spPr>
          <a:xfrm rot="20402096">
            <a:off x="3613655" y="2323187"/>
            <a:ext cx="1800225" cy="1593397"/>
          </a:xfrm>
          <a:prstGeom prst="rect">
            <a:avLst/>
          </a:prstGeom>
          <a:solidFill>
            <a:srgbClr val="F4F4F4"/>
          </a:solidFill>
        </p:spPr>
        <p:txBody>
          <a:bodyPr lIns="36000" tIns="36000" rIns="36000" bIns="36000" anchor="ctr"/>
          <a:lstStyle>
            <a:lvl1pPr marL="0" indent="0" algn="ctr" defTabSz="457200" rtl="0" eaLnBrk="1" latinLnBrk="0" hangingPunct="1">
              <a:buNone/>
              <a:defRPr lang="de-DE" sz="6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1pPr>
            <a:lvl2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2pPr>
            <a:lvl3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3pPr>
            <a:lvl4pPr marL="0" algn="ctr" defTabSz="457200" rtl="0" eaLnBrk="1" latinLnBrk="0" hangingPunct="1">
              <a:defRPr lang="de-DE" sz="8000" kern="1200" dirty="0" smtClean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4pPr>
            <a:lvl5pPr marL="0" algn="ctr" defTabSz="457200" rtl="0" eaLnBrk="1" latinLnBrk="0" hangingPunct="1">
              <a:defRPr lang="en-US" sz="8000" kern="1200" dirty="0">
                <a:solidFill>
                  <a:srgbClr val="8E8E8E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CH" dirty="0"/>
              <a:t>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5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0" y="2016000"/>
            <a:ext cx="9144000" cy="312750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20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«Titelbild»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32623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«Name der Veranstaltung»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«Titel der Vorlesung»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0078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</p:spTree>
    <p:extLst>
      <p:ext uri="{BB962C8B-B14F-4D97-AF65-F5344CB8AC3E}">
        <p14:creationId xmlns:p14="http://schemas.microsoft.com/office/powerpoint/2010/main" val="75581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8424467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96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1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3204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60000" y="1332000"/>
            <a:ext cx="4176000" cy="3204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9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8424466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332000"/>
            <a:ext cx="8424467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8424466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8424466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1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2" y="108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420000"/>
            <a:ext cx="8424466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1" y="2250000"/>
            <a:ext cx="8424467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01063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080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2844000"/>
            <a:ext cx="4176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4010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1332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3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4608000" y="3096000"/>
            <a:ext cx="4176000" cy="1440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3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4608000" y="1080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359533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4608000" y="2844000"/>
            <a:ext cx="4176000" cy="216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None/>
              <a:defRPr sz="1600" b="1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«Teiltitel»</a:t>
            </a:r>
          </a:p>
        </p:txBody>
      </p:sp>
    </p:spTree>
    <p:extLst>
      <p:ext uri="{BB962C8B-B14F-4D97-AF65-F5344CB8AC3E}">
        <p14:creationId xmlns:p14="http://schemas.microsoft.com/office/powerpoint/2010/main" val="319061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8424467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702517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59533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4608000" y="2016000"/>
            <a:ext cx="4176000" cy="2520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59532" y="1080000"/>
            <a:ext cx="8424467" cy="900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128283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6" y="1080000"/>
            <a:ext cx="6588264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5501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195736" y="1080000"/>
            <a:ext cx="658826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195737" y="2844000"/>
            <a:ext cx="6588262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3750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59533" y="1079013"/>
            <a:ext cx="1800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195737" y="108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195737" y="3420000"/>
            <a:ext cx="6588261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195736" y="2250000"/>
            <a:ext cx="658826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365748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6" y="1080000"/>
            <a:ext cx="5112568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24861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015716" y="1080000"/>
            <a:ext cx="5112568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2015716" y="2844000"/>
            <a:ext cx="5112567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1534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7164287" y="1080000"/>
            <a:ext cx="19797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015715" y="108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2015716" y="3420000"/>
            <a:ext cx="5112568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2015714" y="2250000"/>
            <a:ext cx="5112569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981867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-1" y="1080000"/>
            <a:ext cx="2699793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444508" y="1080000"/>
            <a:ext cx="2700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377531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-1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0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444715" y="1080000"/>
            <a:ext cx="2699793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444716" y="2844000"/>
            <a:ext cx="2699793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79659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736204" y="1080000"/>
            <a:ext cx="36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2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2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8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1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444816" y="108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0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444816" y="3420000"/>
            <a:ext cx="2699692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22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444815" y="2250000"/>
            <a:ext cx="2699692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5744613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21" hasCustomPrompt="1"/>
          </p:nvPr>
        </p:nvSpPr>
        <p:spPr>
          <a:xfrm>
            <a:off x="360038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6012160" y="1080000"/>
            <a:ext cx="2772000" cy="3456000"/>
          </a:xfrm>
        </p:spPr>
        <p:txBody>
          <a:bodyPr>
            <a:normAutofit/>
          </a:bodyPr>
          <a:lstStyle>
            <a:lvl1pPr marL="216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800">
                <a:solidFill>
                  <a:schemeClr val="tx1"/>
                </a:solidFill>
              </a:defRPr>
            </a:lvl1pPr>
            <a:lvl2pPr marL="432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</a:defRPr>
            </a:lvl2pPr>
            <a:lvl3pPr marL="648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864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1080000" marR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100">
                <a:solidFill>
                  <a:schemeClr val="tx1"/>
                </a:solidFill>
              </a:defRPr>
            </a:lvl5pPr>
          </a:lstStyle>
          <a:p>
            <a:pPr marL="216000" marR="0" lvl="0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Erste Ebene</a:t>
            </a:r>
          </a:p>
          <a:p>
            <a:pPr marL="432000" marR="0" lvl="1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Zweite Ebene</a:t>
            </a:r>
          </a:p>
          <a:p>
            <a:pPr marL="648000" marR="0" lvl="2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Dritte Ebene</a:t>
            </a:r>
          </a:p>
          <a:p>
            <a:pPr marL="864000" marR="0" lvl="3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Vierte Ebene</a:t>
            </a:r>
          </a:p>
          <a:p>
            <a:pPr marL="1080000" marR="0" lvl="4" indent="-21600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01308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359532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4" hasCustomPrompt="1"/>
          </p:nvPr>
        </p:nvSpPr>
        <p:spPr>
          <a:xfrm>
            <a:off x="359532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5" hasCustomPrompt="1"/>
          </p:nvPr>
        </p:nvSpPr>
        <p:spPr>
          <a:xfrm>
            <a:off x="6012160" y="1080000"/>
            <a:ext cx="2772000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26" hasCustomPrompt="1"/>
          </p:nvPr>
        </p:nvSpPr>
        <p:spPr>
          <a:xfrm>
            <a:off x="6012161" y="2844000"/>
            <a:ext cx="277200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8173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3186000" y="1080000"/>
            <a:ext cx="2772000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7" hasCustomPrompt="1"/>
          </p:nvPr>
        </p:nvSpPr>
        <p:spPr>
          <a:xfrm>
            <a:off x="359533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28" hasCustomPrompt="1"/>
          </p:nvPr>
        </p:nvSpPr>
        <p:spPr>
          <a:xfrm>
            <a:off x="359533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359532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30" hasCustomPrompt="1"/>
          </p:nvPr>
        </p:nvSpPr>
        <p:spPr>
          <a:xfrm>
            <a:off x="6011962" y="108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6011962" y="3420000"/>
            <a:ext cx="277200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32" hasCustomPrompt="1"/>
          </p:nvPr>
        </p:nvSpPr>
        <p:spPr>
          <a:xfrm>
            <a:off x="6011961" y="2250000"/>
            <a:ext cx="277200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44690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6" name="Inhaltsplatzhalter 7"/>
          <p:cNvSpPr>
            <a:spLocks noGrp="1"/>
          </p:cNvSpPr>
          <p:nvPr>
            <p:ph sz="quarter" idx="2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80175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9" name="Inhaltsplatzhalter 7"/>
          <p:cNvSpPr>
            <a:spLocks noGrp="1"/>
          </p:cNvSpPr>
          <p:nvPr>
            <p:ph sz="quarter" idx="39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39364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Inhaltsplatzhalter 7"/>
          <p:cNvSpPr>
            <a:spLocks noGrp="1"/>
          </p:cNvSpPr>
          <p:nvPr>
            <p:ph sz="quarter" idx="31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29178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Inhaltsplatzhalter 7"/>
          <p:cNvSpPr>
            <a:spLocks noGrp="1"/>
          </p:cNvSpPr>
          <p:nvPr>
            <p:ph sz="quarter" idx="38" hasCustomPrompt="1"/>
          </p:nvPr>
        </p:nvSpPr>
        <p:spPr>
          <a:xfrm>
            <a:off x="2663787" y="1080000"/>
            <a:ext cx="6120213" cy="345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60774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0" name="Inhaltsplatzhalter 53"/>
          <p:cNvSpPr>
            <a:spLocks noGrp="1"/>
          </p:cNvSpPr>
          <p:nvPr>
            <p:ph sz="half" idx="1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4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Bildplatzhalter 4"/>
          <p:cNvSpPr>
            <a:spLocks noGrp="1"/>
          </p:cNvSpPr>
          <p:nvPr>
            <p:ph type="pic" sz="quarter" idx="28"/>
          </p:nvPr>
        </p:nvSpPr>
        <p:spPr>
          <a:xfrm>
            <a:off x="1908000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790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53"/>
          <p:cNvSpPr>
            <a:spLocks noGrp="1"/>
          </p:cNvSpPr>
          <p:nvPr>
            <p:ph sz="half" idx="36" hasCustomPrompt="1"/>
          </p:nvPr>
        </p:nvSpPr>
        <p:spPr>
          <a:xfrm>
            <a:off x="0" y="1692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7776" y="1602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Inhaltsplatzhalter 57"/>
          <p:cNvSpPr>
            <a:spLocks noGrp="1"/>
          </p:cNvSpPr>
          <p:nvPr>
            <p:ph sz="half" idx="27" hasCustomPrompt="1"/>
          </p:nvPr>
        </p:nvSpPr>
        <p:spPr>
          <a:xfrm>
            <a:off x="0" y="3456000"/>
            <a:ext cx="212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Bildplatzhalter 4"/>
          <p:cNvSpPr>
            <a:spLocks noGrp="1"/>
          </p:cNvSpPr>
          <p:nvPr>
            <p:ph type="pic" sz="quarter" idx="28"/>
          </p:nvPr>
        </p:nvSpPr>
        <p:spPr>
          <a:xfrm>
            <a:off x="2087796" y="3366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51273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7" y="2844000"/>
            <a:ext cx="6120211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22"/>
          <p:cNvSpPr>
            <a:spLocks noGrp="1"/>
          </p:cNvSpPr>
          <p:nvPr>
            <p:ph sz="half" idx="30" hasCustomPrompt="1"/>
          </p:nvPr>
        </p:nvSpPr>
        <p:spPr>
          <a:xfrm>
            <a:off x="0" y="3420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933918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7" y="1080000"/>
            <a:ext cx="6120211" cy="1692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843808" y="2844000"/>
            <a:ext cx="5940190" cy="1692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4" name="Inhaltsplatzhalter 18"/>
          <p:cNvSpPr>
            <a:spLocks noGrp="1"/>
          </p:cNvSpPr>
          <p:nvPr>
            <p:ph sz="half" idx="38" hasCustomPrompt="1"/>
          </p:nvPr>
        </p:nvSpPr>
        <p:spPr>
          <a:xfrm>
            <a:off x="0" y="1656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Inhaltsplatzhalter 22"/>
          <p:cNvSpPr>
            <a:spLocks noGrp="1"/>
          </p:cNvSpPr>
          <p:nvPr>
            <p:ph sz="half" idx="39" hasCustomPrompt="1"/>
          </p:nvPr>
        </p:nvSpPr>
        <p:spPr>
          <a:xfrm>
            <a:off x="0" y="3420000"/>
            <a:ext cx="2736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69191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1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5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194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194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Bildplatzhalter 4"/>
          <p:cNvSpPr>
            <a:spLocks noGrp="1"/>
          </p:cNvSpPr>
          <p:nvPr>
            <p:ph type="pic" sz="quarter" idx="37"/>
          </p:nvPr>
        </p:nvSpPr>
        <p:spPr>
          <a:xfrm>
            <a:off x="190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18" name="Bildplatzhalter 4"/>
          <p:cNvSpPr>
            <a:spLocks noGrp="1"/>
          </p:cNvSpPr>
          <p:nvPr>
            <p:ph type="pic" sz="quarter" idx="38"/>
          </p:nvPr>
        </p:nvSpPr>
        <p:spPr>
          <a:xfrm>
            <a:off x="190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32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49"/>
          <p:cNvSpPr>
            <a:spLocks noGrp="1"/>
          </p:cNvSpPr>
          <p:nvPr>
            <p:ph sz="half" idx="1" hasCustomPrompt="1"/>
          </p:nvPr>
        </p:nvSpPr>
        <p:spPr>
          <a:xfrm>
            <a:off x="0" y="1404000"/>
            <a:ext cx="1944000" cy="468000"/>
          </a:xfrm>
          <a:custGeom>
            <a:avLst/>
            <a:gdLst>
              <a:gd name="connsiteX0" fmla="*/ 0 w 2020970"/>
              <a:gd name="connsiteY0" fmla="*/ 0 h 457200"/>
              <a:gd name="connsiteX1" fmla="*/ 2020970 w 2020970"/>
              <a:gd name="connsiteY1" fmla="*/ 0 h 457200"/>
              <a:gd name="connsiteX2" fmla="*/ 2013980 w 2020970"/>
              <a:gd name="connsiteY2" fmla="*/ 5768 h 457200"/>
              <a:gd name="connsiteX3" fmla="*/ 1920242 w 2020970"/>
              <a:gd name="connsiteY3" fmla="*/ 232070 h 457200"/>
              <a:gd name="connsiteX4" fmla="*/ 1974900 w 2020970"/>
              <a:gd name="connsiteY4" fmla="*/ 411007 h 457200"/>
              <a:gd name="connsiteX5" fmla="*/ 2013012 w 2020970"/>
              <a:gd name="connsiteY5" fmla="*/ 457200 h 457200"/>
              <a:gd name="connsiteX6" fmla="*/ 0 w 2020970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970" h="457200">
                <a:moveTo>
                  <a:pt x="0" y="0"/>
                </a:moveTo>
                <a:lnTo>
                  <a:pt x="2020970" y="0"/>
                </a:lnTo>
                <a:lnTo>
                  <a:pt x="2013980" y="5768"/>
                </a:lnTo>
                <a:cubicBezTo>
                  <a:pt x="1956064" y="63684"/>
                  <a:pt x="1920242" y="143694"/>
                  <a:pt x="1920242" y="232070"/>
                </a:cubicBezTo>
                <a:cubicBezTo>
                  <a:pt x="1920242" y="298352"/>
                  <a:pt x="1940392" y="359929"/>
                  <a:pt x="1974900" y="411007"/>
                </a:cubicBezTo>
                <a:lnTo>
                  <a:pt x="201301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Bildplatzhalter 4"/>
          <p:cNvSpPr>
            <a:spLocks noGrp="1"/>
          </p:cNvSpPr>
          <p:nvPr>
            <p:ph type="pic" sz="quarter" idx="24"/>
          </p:nvPr>
        </p:nvSpPr>
        <p:spPr>
          <a:xfrm>
            <a:off x="1908000" y="131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2" name="Inhaltsplatzhalter 52"/>
          <p:cNvSpPr>
            <a:spLocks noGrp="1"/>
          </p:cNvSpPr>
          <p:nvPr>
            <p:ph sz="half" idx="29" hasCustomPrompt="1"/>
          </p:nvPr>
        </p:nvSpPr>
        <p:spPr>
          <a:xfrm>
            <a:off x="0" y="2574000"/>
            <a:ext cx="2124000" cy="468000"/>
          </a:xfrm>
          <a:custGeom>
            <a:avLst/>
            <a:gdLst>
              <a:gd name="connsiteX0" fmla="*/ 0 w 2199645"/>
              <a:gd name="connsiteY0" fmla="*/ 0 h 457200"/>
              <a:gd name="connsiteX1" fmla="*/ 2199645 w 2199645"/>
              <a:gd name="connsiteY1" fmla="*/ 0 h 457200"/>
              <a:gd name="connsiteX2" fmla="*/ 2196860 w 2199645"/>
              <a:gd name="connsiteY2" fmla="*/ 2298 h 457200"/>
              <a:gd name="connsiteX3" fmla="*/ 2103122 w 2199645"/>
              <a:gd name="connsiteY3" fmla="*/ 228600 h 457200"/>
              <a:gd name="connsiteX4" fmla="*/ 2196860 w 2199645"/>
              <a:gd name="connsiteY4" fmla="*/ 454902 h 457200"/>
              <a:gd name="connsiteX5" fmla="*/ 2199645 w 2199645"/>
              <a:gd name="connsiteY5" fmla="*/ 457200 h 457200"/>
              <a:gd name="connsiteX6" fmla="*/ 0 w 2199645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9645" h="457200">
                <a:moveTo>
                  <a:pt x="0" y="0"/>
                </a:moveTo>
                <a:lnTo>
                  <a:pt x="2199645" y="0"/>
                </a:lnTo>
                <a:lnTo>
                  <a:pt x="2196860" y="2298"/>
                </a:lnTo>
                <a:cubicBezTo>
                  <a:pt x="2138944" y="60214"/>
                  <a:pt x="2103122" y="140224"/>
                  <a:pt x="2103122" y="228600"/>
                </a:cubicBezTo>
                <a:cubicBezTo>
                  <a:pt x="2103122" y="316977"/>
                  <a:pt x="2138944" y="396987"/>
                  <a:pt x="2196860" y="454902"/>
                </a:cubicBezTo>
                <a:lnTo>
                  <a:pt x="2199645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Inhaltsplatzhalter 55"/>
          <p:cNvSpPr>
            <a:spLocks noGrp="1"/>
          </p:cNvSpPr>
          <p:nvPr>
            <p:ph sz="half" idx="31" hasCustomPrompt="1"/>
          </p:nvPr>
        </p:nvSpPr>
        <p:spPr>
          <a:xfrm>
            <a:off x="0" y="3744000"/>
            <a:ext cx="2304000" cy="468000"/>
          </a:xfrm>
          <a:custGeom>
            <a:avLst/>
            <a:gdLst>
              <a:gd name="connsiteX0" fmla="*/ 0 w 2382522"/>
              <a:gd name="connsiteY0" fmla="*/ 0 h 457200"/>
              <a:gd name="connsiteX1" fmla="*/ 2382522 w 2382522"/>
              <a:gd name="connsiteY1" fmla="*/ 0 h 457200"/>
              <a:gd name="connsiteX2" fmla="*/ 2379738 w 2382522"/>
              <a:gd name="connsiteY2" fmla="*/ 2298 h 457200"/>
              <a:gd name="connsiteX3" fmla="*/ 2286000 w 2382522"/>
              <a:gd name="connsiteY3" fmla="*/ 228600 h 457200"/>
              <a:gd name="connsiteX4" fmla="*/ 2379738 w 2382522"/>
              <a:gd name="connsiteY4" fmla="*/ 454903 h 457200"/>
              <a:gd name="connsiteX5" fmla="*/ 2382522 w 2382522"/>
              <a:gd name="connsiteY5" fmla="*/ 457200 h 457200"/>
              <a:gd name="connsiteX6" fmla="*/ 0 w 2382522"/>
              <a:gd name="connsiteY6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522" h="457200">
                <a:moveTo>
                  <a:pt x="0" y="0"/>
                </a:moveTo>
                <a:lnTo>
                  <a:pt x="2382522" y="0"/>
                </a:lnTo>
                <a:lnTo>
                  <a:pt x="2379738" y="2298"/>
                </a:lnTo>
                <a:cubicBezTo>
                  <a:pt x="2321822" y="60214"/>
                  <a:pt x="2286000" y="140224"/>
                  <a:pt x="2286000" y="228600"/>
                </a:cubicBezTo>
                <a:cubicBezTo>
                  <a:pt x="2286000" y="316977"/>
                  <a:pt x="2321822" y="396987"/>
                  <a:pt x="2379738" y="454903"/>
                </a:cubicBezTo>
                <a:lnTo>
                  <a:pt x="2382522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Bildplatzhalter 4"/>
          <p:cNvSpPr>
            <a:spLocks noGrp="1"/>
          </p:cNvSpPr>
          <p:nvPr>
            <p:ph type="pic" sz="quarter" idx="32"/>
          </p:nvPr>
        </p:nvSpPr>
        <p:spPr>
          <a:xfrm>
            <a:off x="2088000" y="248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  <p:sp>
        <p:nvSpPr>
          <p:cNvPr id="25" name="Bildplatzhalter 4"/>
          <p:cNvSpPr>
            <a:spLocks noGrp="1"/>
          </p:cNvSpPr>
          <p:nvPr>
            <p:ph type="pic" sz="quarter" idx="33"/>
          </p:nvPr>
        </p:nvSpPr>
        <p:spPr>
          <a:xfrm>
            <a:off x="2268000" y="3654000"/>
            <a:ext cx="648000" cy="648000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de-DE" dirty="0"/>
              <a:t>Bild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82174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2663789" y="3420000"/>
            <a:ext cx="6120209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663788" y="225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9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52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Inhaltsplatzhalter 17"/>
          <p:cNvSpPr>
            <a:spLocks noGrp="1"/>
          </p:cNvSpPr>
          <p:nvPr>
            <p:ph sz="half" idx="37" hasCustomPrompt="1"/>
          </p:nvPr>
        </p:nvSpPr>
        <p:spPr>
          <a:xfrm>
            <a:off x="0" y="2538000"/>
            <a:ext cx="252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10257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«Untertitel»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4587874"/>
            <a:ext cx="8423637" cy="180000"/>
          </a:xfrm>
        </p:spPr>
        <p:txBody>
          <a:bodyPr lIns="36000" tIns="36000" rIns="36000" bIns="3600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/>
              <a:t>References</a:t>
            </a:r>
            <a:endParaRPr lang="en-US" dirty="0"/>
          </a:p>
        </p:txBody>
      </p:sp>
      <p:sp>
        <p:nvSpPr>
          <p:cNvPr id="21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3" name="Inhaltsplatzhalter 7"/>
          <p:cNvSpPr>
            <a:spLocks noGrp="1"/>
          </p:cNvSpPr>
          <p:nvPr>
            <p:ph sz="quarter" idx="20" hasCustomPrompt="1"/>
          </p:nvPr>
        </p:nvSpPr>
        <p:spPr>
          <a:xfrm>
            <a:off x="2663789" y="1080000"/>
            <a:ext cx="612021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9" name="Inhaltsplatzhalter 7"/>
          <p:cNvSpPr>
            <a:spLocks noGrp="1"/>
          </p:cNvSpPr>
          <p:nvPr>
            <p:ph sz="quarter" idx="22" hasCustomPrompt="1"/>
          </p:nvPr>
        </p:nvSpPr>
        <p:spPr>
          <a:xfrm>
            <a:off x="3023828" y="3420000"/>
            <a:ext cx="5760170" cy="1116000"/>
          </a:xfrm>
        </p:spPr>
        <p:txBody>
          <a:bodyPr/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0" name="Inhaltsplatzhalter 7"/>
          <p:cNvSpPr>
            <a:spLocks noGrp="1"/>
          </p:cNvSpPr>
          <p:nvPr>
            <p:ph sz="quarter" idx="23" hasCustomPrompt="1"/>
          </p:nvPr>
        </p:nvSpPr>
        <p:spPr>
          <a:xfrm>
            <a:off x="2843808" y="2250000"/>
            <a:ext cx="5940190" cy="1116000"/>
          </a:xfr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2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</a:defRPr>
            </a:lvl1pPr>
            <a:lvl2pPr marL="432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48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400">
                <a:solidFill>
                  <a:schemeClr val="tx1"/>
                </a:solidFill>
              </a:defRPr>
            </a:lvl3pPr>
            <a:lvl4pPr marL="864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200">
                <a:solidFill>
                  <a:schemeClr val="tx1"/>
                </a:solidFill>
              </a:defRPr>
            </a:lvl4pPr>
            <a:lvl5pPr marL="1080000" indent="-216000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-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</p:txBody>
      </p:sp>
      <p:sp>
        <p:nvSpPr>
          <p:cNvPr id="16" name="Inhaltsplatzhalter 23"/>
          <p:cNvSpPr>
            <a:spLocks noGrp="1"/>
          </p:cNvSpPr>
          <p:nvPr>
            <p:ph sz="half" idx="31" hasCustomPrompt="1"/>
          </p:nvPr>
        </p:nvSpPr>
        <p:spPr>
          <a:xfrm>
            <a:off x="0" y="3708000"/>
            <a:ext cx="2880000" cy="540000"/>
          </a:xfrm>
          <a:custGeom>
            <a:avLst/>
            <a:gdLst>
              <a:gd name="connsiteX0" fmla="*/ 365762 w 2926087"/>
              <a:gd name="connsiteY0" fmla="*/ 0 h 458160"/>
              <a:gd name="connsiteX1" fmla="*/ 2697487 w 2926087"/>
              <a:gd name="connsiteY1" fmla="*/ 0 h 458160"/>
              <a:gd name="connsiteX2" fmla="*/ 2703565 w 2926087"/>
              <a:gd name="connsiteY2" fmla="*/ 0 h 458160"/>
              <a:gd name="connsiteX3" fmla="*/ 2702813 w 2926087"/>
              <a:gd name="connsiteY3" fmla="*/ 537 h 458160"/>
              <a:gd name="connsiteX4" fmla="*/ 2743558 w 2926087"/>
              <a:gd name="connsiteY4" fmla="*/ 4644 h 458160"/>
              <a:gd name="connsiteX5" fmla="*/ 2926087 w 2926087"/>
              <a:gd name="connsiteY5" fmla="*/ 228600 h 458160"/>
              <a:gd name="connsiteX6" fmla="*/ 2697487 w 2926087"/>
              <a:gd name="connsiteY6" fmla="*/ 457200 h 458160"/>
              <a:gd name="connsiteX7" fmla="*/ 2694027 w 2926087"/>
              <a:gd name="connsiteY7" fmla="*/ 456851 h 458160"/>
              <a:gd name="connsiteX8" fmla="*/ 2694360 w 2926087"/>
              <a:gd name="connsiteY8" fmla="*/ 457200 h 458160"/>
              <a:gd name="connsiteX9" fmla="*/ 2330584 w 2926087"/>
              <a:gd name="connsiteY9" fmla="*/ 457200 h 458160"/>
              <a:gd name="connsiteX10" fmla="*/ 2331720 w 2926087"/>
              <a:gd name="connsiteY10" fmla="*/ 458160 h 458160"/>
              <a:gd name="connsiteX11" fmla="*/ 182880 w 2926087"/>
              <a:gd name="connsiteY11" fmla="*/ 458160 h 458160"/>
              <a:gd name="connsiteX12" fmla="*/ 0 w 2926087"/>
              <a:gd name="connsiteY12" fmla="*/ 458160 h 458160"/>
              <a:gd name="connsiteX13" fmla="*/ 0 w 2926087"/>
              <a:gd name="connsiteY13" fmla="*/ 960 h 458160"/>
              <a:gd name="connsiteX14" fmla="*/ 182880 w 2926087"/>
              <a:gd name="connsiteY14" fmla="*/ 960 h 458160"/>
              <a:gd name="connsiteX15" fmla="*/ 365762 w 2926087"/>
              <a:gd name="connsiteY15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26087" h="458160">
                <a:moveTo>
                  <a:pt x="365762" y="0"/>
                </a:moveTo>
                <a:lnTo>
                  <a:pt x="2697487" y="0"/>
                </a:lnTo>
                <a:lnTo>
                  <a:pt x="2703565" y="0"/>
                </a:lnTo>
                <a:lnTo>
                  <a:pt x="2702813" y="537"/>
                </a:lnTo>
                <a:lnTo>
                  <a:pt x="2743558" y="4644"/>
                </a:lnTo>
                <a:cubicBezTo>
                  <a:pt x="2847727" y="25961"/>
                  <a:pt x="2926087" y="118130"/>
                  <a:pt x="2926087" y="228600"/>
                </a:cubicBezTo>
                <a:cubicBezTo>
                  <a:pt x="2926087" y="354852"/>
                  <a:pt x="2823739" y="457200"/>
                  <a:pt x="2697487" y="457200"/>
                </a:cubicBezTo>
                <a:lnTo>
                  <a:pt x="2694027" y="456851"/>
                </a:lnTo>
                <a:lnTo>
                  <a:pt x="2694360" y="457200"/>
                </a:lnTo>
                <a:lnTo>
                  <a:pt x="2330584" y="457200"/>
                </a:lnTo>
                <a:lnTo>
                  <a:pt x="2331720" y="458160"/>
                </a:lnTo>
                <a:lnTo>
                  <a:pt x="18288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0" y="960"/>
                </a:lnTo>
                <a:lnTo>
                  <a:pt x="36576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Inhaltsplatzhalter 17"/>
          <p:cNvSpPr>
            <a:spLocks noGrp="1"/>
          </p:cNvSpPr>
          <p:nvPr>
            <p:ph sz="half" idx="34" hasCustomPrompt="1"/>
          </p:nvPr>
        </p:nvSpPr>
        <p:spPr>
          <a:xfrm>
            <a:off x="0" y="2538000"/>
            <a:ext cx="2700000" cy="540000"/>
          </a:xfrm>
          <a:custGeom>
            <a:avLst/>
            <a:gdLst>
              <a:gd name="connsiteX0" fmla="*/ 182882 w 2743207"/>
              <a:gd name="connsiteY0" fmla="*/ 0 h 458160"/>
              <a:gd name="connsiteX1" fmla="*/ 2514607 w 2743207"/>
              <a:gd name="connsiteY1" fmla="*/ 0 h 458160"/>
              <a:gd name="connsiteX2" fmla="*/ 2520685 w 2743207"/>
              <a:gd name="connsiteY2" fmla="*/ 0 h 458160"/>
              <a:gd name="connsiteX3" fmla="*/ 2519933 w 2743207"/>
              <a:gd name="connsiteY3" fmla="*/ 537 h 458160"/>
              <a:gd name="connsiteX4" fmla="*/ 2560678 w 2743207"/>
              <a:gd name="connsiteY4" fmla="*/ 4644 h 458160"/>
              <a:gd name="connsiteX5" fmla="*/ 2743207 w 2743207"/>
              <a:gd name="connsiteY5" fmla="*/ 228600 h 458160"/>
              <a:gd name="connsiteX6" fmla="*/ 2514607 w 2743207"/>
              <a:gd name="connsiteY6" fmla="*/ 457200 h 458160"/>
              <a:gd name="connsiteX7" fmla="*/ 2511147 w 2743207"/>
              <a:gd name="connsiteY7" fmla="*/ 456851 h 458160"/>
              <a:gd name="connsiteX8" fmla="*/ 2511480 w 2743207"/>
              <a:gd name="connsiteY8" fmla="*/ 457200 h 458160"/>
              <a:gd name="connsiteX9" fmla="*/ 2147704 w 2743207"/>
              <a:gd name="connsiteY9" fmla="*/ 457200 h 458160"/>
              <a:gd name="connsiteX10" fmla="*/ 2148840 w 2743207"/>
              <a:gd name="connsiteY10" fmla="*/ 458160 h 458160"/>
              <a:gd name="connsiteX11" fmla="*/ 0 w 2743207"/>
              <a:gd name="connsiteY11" fmla="*/ 458160 h 458160"/>
              <a:gd name="connsiteX12" fmla="*/ 0 w 2743207"/>
              <a:gd name="connsiteY12" fmla="*/ 960 h 458160"/>
              <a:gd name="connsiteX13" fmla="*/ 182882 w 2743207"/>
              <a:gd name="connsiteY13" fmla="*/ 960 h 45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3207" h="458160">
                <a:moveTo>
                  <a:pt x="182882" y="0"/>
                </a:moveTo>
                <a:lnTo>
                  <a:pt x="2514607" y="0"/>
                </a:lnTo>
                <a:lnTo>
                  <a:pt x="2520685" y="0"/>
                </a:lnTo>
                <a:lnTo>
                  <a:pt x="2519933" y="537"/>
                </a:lnTo>
                <a:lnTo>
                  <a:pt x="2560678" y="4644"/>
                </a:lnTo>
                <a:cubicBezTo>
                  <a:pt x="2664847" y="25961"/>
                  <a:pt x="2743207" y="118130"/>
                  <a:pt x="2743207" y="228600"/>
                </a:cubicBezTo>
                <a:cubicBezTo>
                  <a:pt x="2743207" y="354852"/>
                  <a:pt x="2640859" y="457200"/>
                  <a:pt x="2514607" y="457200"/>
                </a:cubicBezTo>
                <a:lnTo>
                  <a:pt x="2511147" y="456851"/>
                </a:lnTo>
                <a:lnTo>
                  <a:pt x="2511480" y="457200"/>
                </a:lnTo>
                <a:lnTo>
                  <a:pt x="2147704" y="457200"/>
                </a:lnTo>
                <a:lnTo>
                  <a:pt x="2148840" y="458160"/>
                </a:lnTo>
                <a:lnTo>
                  <a:pt x="0" y="458160"/>
                </a:lnTo>
                <a:lnTo>
                  <a:pt x="0" y="960"/>
                </a:lnTo>
                <a:lnTo>
                  <a:pt x="182882" y="9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Inhaltsplatzhalter 18"/>
          <p:cNvSpPr>
            <a:spLocks noGrp="1"/>
          </p:cNvSpPr>
          <p:nvPr>
            <p:ph sz="half" idx="29" hasCustomPrompt="1"/>
          </p:nvPr>
        </p:nvSpPr>
        <p:spPr>
          <a:xfrm>
            <a:off x="0" y="1368000"/>
            <a:ext cx="2520000" cy="540000"/>
          </a:xfrm>
          <a:custGeom>
            <a:avLst/>
            <a:gdLst>
              <a:gd name="connsiteX0" fmla="*/ 0 w 2560325"/>
              <a:gd name="connsiteY0" fmla="*/ 0 h 457200"/>
              <a:gd name="connsiteX1" fmla="*/ 2331725 w 2560325"/>
              <a:gd name="connsiteY1" fmla="*/ 0 h 457200"/>
              <a:gd name="connsiteX2" fmla="*/ 2337803 w 2560325"/>
              <a:gd name="connsiteY2" fmla="*/ 0 h 457200"/>
              <a:gd name="connsiteX3" fmla="*/ 2337051 w 2560325"/>
              <a:gd name="connsiteY3" fmla="*/ 537 h 457200"/>
              <a:gd name="connsiteX4" fmla="*/ 2377796 w 2560325"/>
              <a:gd name="connsiteY4" fmla="*/ 4644 h 457200"/>
              <a:gd name="connsiteX5" fmla="*/ 2560325 w 2560325"/>
              <a:gd name="connsiteY5" fmla="*/ 228600 h 457200"/>
              <a:gd name="connsiteX6" fmla="*/ 2331725 w 2560325"/>
              <a:gd name="connsiteY6" fmla="*/ 457200 h 457200"/>
              <a:gd name="connsiteX7" fmla="*/ 2328265 w 2560325"/>
              <a:gd name="connsiteY7" fmla="*/ 456851 h 457200"/>
              <a:gd name="connsiteX8" fmla="*/ 2328598 w 2560325"/>
              <a:gd name="connsiteY8" fmla="*/ 457200 h 457200"/>
              <a:gd name="connsiteX9" fmla="*/ 0 w 2560325"/>
              <a:gd name="connsiteY9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0325" h="457200">
                <a:moveTo>
                  <a:pt x="0" y="0"/>
                </a:moveTo>
                <a:lnTo>
                  <a:pt x="2331725" y="0"/>
                </a:lnTo>
                <a:lnTo>
                  <a:pt x="2337803" y="0"/>
                </a:lnTo>
                <a:lnTo>
                  <a:pt x="2337051" y="537"/>
                </a:lnTo>
                <a:lnTo>
                  <a:pt x="2377796" y="4644"/>
                </a:lnTo>
                <a:cubicBezTo>
                  <a:pt x="2481965" y="25961"/>
                  <a:pt x="2560325" y="118130"/>
                  <a:pt x="2560325" y="228600"/>
                </a:cubicBezTo>
                <a:cubicBezTo>
                  <a:pt x="2560325" y="354852"/>
                  <a:pt x="2457977" y="457200"/>
                  <a:pt x="2331725" y="457200"/>
                </a:cubicBezTo>
                <a:lnTo>
                  <a:pt x="2328265" y="456851"/>
                </a:lnTo>
                <a:lnTo>
                  <a:pt x="2328598" y="4572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685800" indent="0" algn="l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accent1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14074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64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1260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1512000"/>
            <a:ext cx="8424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ECF287E3-741C-004F-A0BA-1A2BA0C0FEB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6"/>
          <a:stretch/>
        </p:blipFill>
        <p:spPr>
          <a:xfrm>
            <a:off x="0" y="2016000"/>
            <a:ext cx="9144000" cy="3127500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 rot="20390563">
            <a:off x="3745193" y="2430129"/>
            <a:ext cx="1525648" cy="1323439"/>
          </a:xfrm>
          <a:prstGeom prst="rect">
            <a:avLst/>
          </a:prstGeom>
          <a:solidFill>
            <a:srgbClr val="F4F4F4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CH" sz="8000" dirty="0">
                <a:solidFill>
                  <a:srgbClr val="8E8E8E"/>
                </a:solidFill>
              </a:rPr>
              <a:t>?</a:t>
            </a:r>
            <a:endParaRPr lang="en-US" sz="8000" dirty="0">
              <a:solidFill>
                <a:srgbClr val="8E8E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103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9533" y="2268000"/>
            <a:ext cx="7200468" cy="288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«Fragen»</a:t>
            </a:r>
          </a:p>
        </p:txBody>
      </p:sp>
      <p:sp>
        <p:nvSpPr>
          <p:cNvPr id="21" name="Titelplatzhalter 12"/>
          <p:cNvSpPr>
            <a:spLocks noGrp="1"/>
          </p:cNvSpPr>
          <p:nvPr>
            <p:ph type="title" hasCustomPrompt="1"/>
          </p:nvPr>
        </p:nvSpPr>
        <p:spPr>
          <a:xfrm>
            <a:off x="360000" y="180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>
              <a:defRPr/>
            </a:lvl1pPr>
          </a:lstStyle>
          <a:p>
            <a:r>
              <a:rPr lang="de-CH" noProof="0" dirty="0"/>
              <a:t>«Vielen Dank für Ihre Aufmerksamkeit»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359532" y="2880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«Vortragende(r) und Organisationseinheit»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359532" y="3132000"/>
            <a:ext cx="7200468" cy="180000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u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noProof="0" dirty="0"/>
              <a:t>«Datum und Präsentationsort»</a:t>
            </a:r>
          </a:p>
        </p:txBody>
      </p:sp>
    </p:spTree>
    <p:extLst>
      <p:ext uri="{BB962C8B-B14F-4D97-AF65-F5344CB8AC3E}">
        <p14:creationId xmlns:p14="http://schemas.microsoft.com/office/powerpoint/2010/main" val="215674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 der Vorlesung»</a:t>
            </a:r>
          </a:p>
        </p:txBody>
      </p:sp>
      <p:cxnSp>
        <p:nvCxnSpPr>
          <p:cNvPr id="3" name="Gerader Verbinder 2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64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789" r:id="rId2"/>
    <p:sldLayoutId id="2147483792" r:id="rId3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«Titel»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idx="1"/>
          </p:nvPr>
        </p:nvSpPr>
        <p:spPr>
          <a:xfrm>
            <a:off x="360000" y="1080000"/>
            <a:ext cx="8424000" cy="3456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 lvl="0"/>
            <a:r>
              <a:rPr lang="de-CH" noProof="0" dirty="0"/>
              <a:t>Erste Ebene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3"/>
          </p:nvPr>
        </p:nvSpPr>
        <p:spPr>
          <a:xfrm>
            <a:off x="359532" y="4860000"/>
            <a:ext cx="7992888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4"/>
          </p:nvPr>
        </p:nvSpPr>
        <p:spPr>
          <a:xfrm>
            <a:off x="8388000" y="4860000"/>
            <a:ext cx="396000" cy="180000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6639024-6672-4F87-864B-EA4FA9190A1A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Gerader Verbinder 9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18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96" r:id="rId3"/>
    <p:sldLayoutId id="2147483798" r:id="rId4"/>
    <p:sldLayoutId id="2147483804" r:id="rId5"/>
    <p:sldLayoutId id="2147483805" r:id="rId6"/>
    <p:sldLayoutId id="2147483806" r:id="rId7"/>
    <p:sldLayoutId id="2147483797" r:id="rId8"/>
    <p:sldLayoutId id="2147483799" r:id="rId9"/>
    <p:sldLayoutId id="2147483801" r:id="rId10"/>
    <p:sldLayoutId id="2147483800" r:id="rId11"/>
    <p:sldLayoutId id="2147483802" r:id="rId12"/>
    <p:sldLayoutId id="2147483803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6" r:id="rId22"/>
    <p:sldLayoutId id="2147483815" r:id="rId23"/>
    <p:sldLayoutId id="2147483818" r:id="rId24"/>
    <p:sldLayoutId id="2147483824" r:id="rId25"/>
    <p:sldLayoutId id="2147483820" r:id="rId26"/>
    <p:sldLayoutId id="2147483826" r:id="rId27"/>
    <p:sldLayoutId id="2147483817" r:id="rId28"/>
    <p:sldLayoutId id="2147483821" r:id="rId29"/>
    <p:sldLayoutId id="2147483819" r:id="rId30"/>
    <p:sldLayoutId id="2147483822" r:id="rId31"/>
    <p:sldLayoutId id="2147483823" r:id="rId32"/>
    <p:sldLayoutId id="2147483827" r:id="rId33"/>
    <p:sldLayoutId id="2147483825" r:id="rId34"/>
    <p:sldLayoutId id="2147483828" r:id="rId35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platzhalter 12"/>
          <p:cNvSpPr>
            <a:spLocks noGrp="1"/>
          </p:cNvSpPr>
          <p:nvPr>
            <p:ph type="title"/>
          </p:nvPr>
        </p:nvSpPr>
        <p:spPr>
          <a:xfrm>
            <a:off x="360000" y="180000"/>
            <a:ext cx="7200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/>
          <a:p>
            <a:r>
              <a:rPr lang="de-CH" noProof="0" dirty="0"/>
              <a:t>«Bedankung»</a:t>
            </a:r>
          </a:p>
        </p:txBody>
      </p:sp>
      <p:pic>
        <p:nvPicPr>
          <p:cNvPr id="1026" name="Picture 2" descr="https://intern.unibe.ch/unibe/uniintern/content/e1883/e683686/e684360/e699238/Unibe_Logo_16pt_RGB_201807_ger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0"/>
            <a:ext cx="132320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Gerader Verbinder 6"/>
          <p:cNvCxnSpPr/>
          <p:nvPr userDrawn="1"/>
        </p:nvCxnSpPr>
        <p:spPr>
          <a:xfrm>
            <a:off x="360000" y="1008000"/>
            <a:ext cx="8568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9000">
                  <a:schemeClr val="tx1"/>
                </a:gs>
                <a:gs pos="86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48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6858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87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Inhaltsplatzhalter 9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639024-6672-4F87-864B-EA4FA9190A1A}" type="slidenum">
              <a:rPr lang="de-CH" smtClean="0"/>
              <a:pPr/>
              <a:t>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3268577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220B11A5-9FBE-4BE8-88F7-F6586911FCB9}"/>
    </a:ext>
  </a:extLst>
</a:theme>
</file>

<file path=ppt/theme/theme2.xml><?xml version="1.0" encoding="utf-8"?>
<a:theme xmlns:a="http://schemas.openxmlformats.org/drawingml/2006/main" name="1_Offic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B4599F3B-7FCE-492B-8B3D-887A710F2678}"/>
    </a:ext>
  </a:extLst>
</a:theme>
</file>

<file path=ppt/theme/theme3.xml><?xml version="1.0" encoding="utf-8"?>
<a:theme xmlns:a="http://schemas.openxmlformats.org/drawingml/2006/main" name="Ende">
  <a:themeElements>
    <a:clrScheme name="UniBE">
      <a:dk1>
        <a:sysClr val="windowText" lastClr="000000"/>
      </a:dk1>
      <a:lt1>
        <a:sysClr val="window" lastClr="FFFFFF"/>
      </a:lt1>
      <a:dk2>
        <a:srgbClr val="53565A"/>
      </a:dk2>
      <a:lt2>
        <a:srgbClr val="E40046"/>
      </a:lt2>
      <a:accent1>
        <a:srgbClr val="202A44"/>
      </a:accent1>
      <a:accent2>
        <a:srgbClr val="E40046"/>
      </a:accent2>
      <a:accent3>
        <a:srgbClr val="DE7C00"/>
      </a:accent3>
      <a:accent4>
        <a:srgbClr val="DAAA00"/>
      </a:accent4>
      <a:accent5>
        <a:srgbClr val="A4C8E1"/>
      </a:accent5>
      <a:accent6>
        <a:srgbClr val="97999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F85B5258-2C3E-489C-8456-0280B7693F9C}" vid="{4527320C-C198-40CD-B0BF-F9ABCAA7BE5F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UniBE - Vorlage Praesentationen</Template>
  <TotalTime>0</TotalTime>
  <Words>1</Words>
  <Application>Microsoft Office PowerPoint</Application>
  <PresentationFormat>Bildschirmpräsentation (16:9)</PresentationFormat>
  <Paragraphs>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Symbol</vt:lpstr>
      <vt:lpstr>3_Office</vt:lpstr>
      <vt:lpstr>1_Office</vt:lpstr>
      <vt:lpstr>Ende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Scholl, André (IWI)</dc:creator>
  <cp:lastModifiedBy>Kronig, Dominic Fabian (STUDENTS)</cp:lastModifiedBy>
  <cp:revision>2</cp:revision>
  <dcterms:created xsi:type="dcterms:W3CDTF">2021-06-29T15:00:13Z</dcterms:created>
  <dcterms:modified xsi:type="dcterms:W3CDTF">2026-01-31T14:04:03Z</dcterms:modified>
</cp:coreProperties>
</file>