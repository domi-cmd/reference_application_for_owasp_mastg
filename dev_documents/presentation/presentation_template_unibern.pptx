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6"/>
  </p:notesMasterIdLst>
  <p:handoutMasterIdLst>
    <p:handoutMasterId r:id="rId7"/>
  </p:handoutMasterIdLst>
  <p:sldIdLst>
    <p:sldId id="256" r:id="rId4"/>
    <p:sldId id="257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01.02.2026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Inhaltsplatzhalter 9"/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de-CH" smtClean="0"/>
              <a:pPr/>
              <a:t>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73268577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</Words>
  <Application>Microsoft Office PowerPoint</Application>
  <PresentationFormat>Bildschirmpräsentation (16:9)</PresentationFormat>
  <Paragraphs>1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Calibri</vt:lpstr>
      <vt:lpstr>Symbol</vt:lpstr>
      <vt:lpstr>3_Office</vt:lpstr>
      <vt:lpstr>1_Office</vt:lpstr>
      <vt:lpstr>Ende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3</cp:revision>
  <dcterms:created xsi:type="dcterms:W3CDTF">2021-06-29T15:00:13Z</dcterms:created>
  <dcterms:modified xsi:type="dcterms:W3CDTF">2026-02-01T13:09:45Z</dcterms:modified>
</cp:coreProperties>
</file>