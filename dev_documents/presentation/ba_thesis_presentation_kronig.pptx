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  <p:sldMasterId id="2147483738" r:id="rId2"/>
    <p:sldMasterId id="2147483793" r:id="rId3"/>
  </p:sldMasterIdLst>
  <p:notesMasterIdLst>
    <p:notesMasterId r:id="rId55"/>
  </p:notesMasterIdLst>
  <p:handoutMasterIdLst>
    <p:handoutMasterId r:id="rId56"/>
  </p:handoutMasterIdLst>
  <p:sldIdLst>
    <p:sldId id="256" r:id="rId4"/>
    <p:sldId id="328" r:id="rId5"/>
    <p:sldId id="321" r:id="rId6"/>
    <p:sldId id="319" r:id="rId7"/>
    <p:sldId id="320" r:id="rId8"/>
    <p:sldId id="312" r:id="rId9"/>
    <p:sldId id="325" r:id="rId10"/>
    <p:sldId id="313" r:id="rId11"/>
    <p:sldId id="324" r:id="rId12"/>
    <p:sldId id="332" r:id="rId13"/>
    <p:sldId id="330" r:id="rId14"/>
    <p:sldId id="315" r:id="rId15"/>
    <p:sldId id="316" r:id="rId16"/>
    <p:sldId id="317" r:id="rId17"/>
    <p:sldId id="290" r:id="rId18"/>
    <p:sldId id="291" r:id="rId19"/>
    <p:sldId id="274" r:id="rId20"/>
    <p:sldId id="262" r:id="rId21"/>
    <p:sldId id="273" r:id="rId22"/>
    <p:sldId id="275" r:id="rId23"/>
    <p:sldId id="326" r:id="rId24"/>
    <p:sldId id="263" r:id="rId25"/>
    <p:sldId id="277" r:id="rId26"/>
    <p:sldId id="276" r:id="rId27"/>
    <p:sldId id="278" r:id="rId28"/>
    <p:sldId id="292" r:id="rId29"/>
    <p:sldId id="335" r:id="rId30"/>
    <p:sldId id="333" r:id="rId31"/>
    <p:sldId id="334" r:id="rId32"/>
    <p:sldId id="288" r:id="rId33"/>
    <p:sldId id="289" r:id="rId34"/>
    <p:sldId id="336" r:id="rId35"/>
    <p:sldId id="264" r:id="rId36"/>
    <p:sldId id="293" r:id="rId37"/>
    <p:sldId id="331" r:id="rId38"/>
    <p:sldId id="294" r:id="rId39"/>
    <p:sldId id="296" r:id="rId40"/>
    <p:sldId id="297" r:id="rId41"/>
    <p:sldId id="298" r:id="rId42"/>
    <p:sldId id="295" r:id="rId43"/>
    <p:sldId id="282" r:id="rId44"/>
    <p:sldId id="301" r:id="rId45"/>
    <p:sldId id="283" r:id="rId46"/>
    <p:sldId id="304" r:id="rId47"/>
    <p:sldId id="305" r:id="rId48"/>
    <p:sldId id="284" r:id="rId49"/>
    <p:sldId id="285" r:id="rId50"/>
    <p:sldId id="308" r:id="rId51"/>
    <p:sldId id="307" r:id="rId52"/>
    <p:sldId id="327" r:id="rId53"/>
    <p:sldId id="306" r:id="rId5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E0BF"/>
    <a:srgbClr val="BDCCD2"/>
    <a:srgbClr val="FFFFFF"/>
    <a:srgbClr val="4A8796"/>
    <a:srgbClr val="E6002E"/>
    <a:srgbClr val="F4F4F4"/>
    <a:srgbClr val="8E8E8E"/>
    <a:srgbClr val="8DABC9"/>
    <a:srgbClr val="E1EBF5"/>
    <a:srgbClr val="BED4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CAF9ED-07DC-4A11-8D7F-57B35C25682E}" styleName="Mittlere Formatvorlage 1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Mittlere Formatvorlage 1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ittlere Formatvorlage 1 - Akz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1" autoAdjust="0"/>
    <p:restoredTop sz="76855" autoAdjust="0"/>
  </p:normalViewPr>
  <p:slideViewPr>
    <p:cSldViewPr>
      <p:cViewPr varScale="1">
        <p:scale>
          <a:sx n="92" d="100"/>
          <a:sy n="92" d="100"/>
        </p:scale>
        <p:origin x="5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121" d="100"/>
          <a:sy n="121" d="100"/>
        </p:scale>
        <p:origin x="49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viewProps" Target="viewProps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presProps" Target="presProp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2B13D9-EE20-4263-A517-453A6CC03581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6EC07-0A99-4547-B3E3-7D82A955BA1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867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B9E2E8-0589-406D-8FD1-7B0DBC84FBDE}" type="datetimeFigureOut">
              <a:rPr lang="de-CH" smtClean="0"/>
              <a:t>08.02.2026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801061-0450-4586-BC97-FCEC15115AD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12552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«Name der Veranstaltung»</a:t>
            </a:r>
          </a:p>
        </p:txBody>
      </p:sp>
      <p:sp>
        <p:nvSpPr>
          <p:cNvPr id="21" name="Titelplatzhalter 12"/>
          <p:cNvSpPr>
            <a:spLocks noGrp="1"/>
          </p:cNvSpPr>
          <p:nvPr>
            <p:ph type="title" hasCustomPrompt="1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>
            <a:lvl1pPr>
              <a:defRPr/>
            </a:lvl1pPr>
          </a:lstStyle>
          <a:p>
            <a:r>
              <a:rPr lang="de-CH" noProof="0" dirty="0"/>
              <a:t>«Titel der Vorlesung»</a:t>
            </a:r>
          </a:p>
        </p:txBody>
      </p:sp>
      <p:sp>
        <p:nvSpPr>
          <p:cNvPr id="8" name="Textplatzhalter 11"/>
          <p:cNvSpPr>
            <a:spLocks noGrp="1"/>
          </p:cNvSpPr>
          <p:nvPr>
            <p:ph type="body" sz="quarter" idx="21" hasCustomPrompt="1"/>
          </p:nvPr>
        </p:nvSpPr>
        <p:spPr>
          <a:xfrm>
            <a:off x="359532" y="1260000"/>
            <a:ext cx="8424468" cy="180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«Vortragende(r) und Organisationseinheit»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22" hasCustomPrompt="1"/>
          </p:nvPr>
        </p:nvSpPr>
        <p:spPr>
          <a:xfrm>
            <a:off x="359532" y="1512000"/>
            <a:ext cx="8424468" cy="180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«Datum und Präsentationsort»</a:t>
            </a:r>
          </a:p>
        </p:txBody>
      </p:sp>
      <p:pic>
        <p:nvPicPr>
          <p:cNvPr id="7" name="Inhaltsplatzhalter 7">
            <a:extLst>
              <a:ext uri="{FF2B5EF4-FFF2-40B4-BE49-F238E27FC236}">
                <a16:creationId xmlns:a16="http://schemas.microsoft.com/office/drawing/2014/main" id="{ECF287E3-741C-004F-A0BA-1A2BA0C0FEB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46"/>
          <a:stretch/>
        </p:blipFill>
        <p:spPr>
          <a:xfrm>
            <a:off x="0" y="2016000"/>
            <a:ext cx="9144000" cy="3127500"/>
          </a:xfrm>
          <a:prstGeom prst="rect">
            <a:avLst/>
          </a:prstGeom>
        </p:spPr>
      </p:pic>
      <p:sp>
        <p:nvSpPr>
          <p:cNvPr id="3" name="Textplatzhalter 2"/>
          <p:cNvSpPr>
            <a:spLocks noGrp="1"/>
          </p:cNvSpPr>
          <p:nvPr>
            <p:ph type="body" sz="quarter" idx="23" hasCustomPrompt="1"/>
          </p:nvPr>
        </p:nvSpPr>
        <p:spPr>
          <a:xfrm rot="20402096">
            <a:off x="3613655" y="2323187"/>
            <a:ext cx="1800225" cy="1593397"/>
          </a:xfrm>
          <a:prstGeom prst="rect">
            <a:avLst/>
          </a:prstGeom>
          <a:solidFill>
            <a:srgbClr val="F4F4F4"/>
          </a:solidFill>
        </p:spPr>
        <p:txBody>
          <a:bodyPr lIns="36000" tIns="36000" rIns="36000" bIns="36000" anchor="ctr"/>
          <a:lstStyle>
            <a:lvl1pPr marL="0" indent="0" algn="ctr" defTabSz="457200" rtl="0" eaLnBrk="1" latinLnBrk="0" hangingPunct="1">
              <a:buNone/>
              <a:defRPr lang="de-DE" sz="6000" kern="1200" dirty="0" smtClean="0">
                <a:solidFill>
                  <a:srgbClr val="8E8E8E"/>
                </a:solidFill>
                <a:latin typeface="+mn-lt"/>
                <a:ea typeface="+mn-ea"/>
                <a:cs typeface="+mn-cs"/>
              </a:defRPr>
            </a:lvl1pPr>
            <a:lvl2pPr marL="0" algn="ctr" defTabSz="457200" rtl="0" eaLnBrk="1" latinLnBrk="0" hangingPunct="1">
              <a:defRPr lang="de-DE" sz="8000" kern="1200" dirty="0" smtClean="0">
                <a:solidFill>
                  <a:srgbClr val="8E8E8E"/>
                </a:solidFill>
                <a:latin typeface="+mn-lt"/>
                <a:ea typeface="+mn-ea"/>
                <a:cs typeface="+mn-cs"/>
              </a:defRPr>
            </a:lvl2pPr>
            <a:lvl3pPr marL="0" algn="ctr" defTabSz="457200" rtl="0" eaLnBrk="1" latinLnBrk="0" hangingPunct="1">
              <a:defRPr lang="de-DE" sz="8000" kern="1200" dirty="0" smtClean="0">
                <a:solidFill>
                  <a:srgbClr val="8E8E8E"/>
                </a:solidFill>
                <a:latin typeface="+mn-lt"/>
                <a:ea typeface="+mn-ea"/>
                <a:cs typeface="+mn-cs"/>
              </a:defRPr>
            </a:lvl3pPr>
            <a:lvl4pPr marL="0" algn="ctr" defTabSz="457200" rtl="0" eaLnBrk="1" latinLnBrk="0" hangingPunct="1">
              <a:defRPr lang="de-DE" sz="8000" kern="1200" dirty="0" smtClean="0">
                <a:solidFill>
                  <a:srgbClr val="8E8E8E"/>
                </a:solidFill>
                <a:latin typeface="+mn-lt"/>
                <a:ea typeface="+mn-ea"/>
                <a:cs typeface="+mn-cs"/>
              </a:defRPr>
            </a:lvl4pPr>
            <a:lvl5pPr marL="0" algn="ctr" defTabSz="457200" rtl="0" eaLnBrk="1" latinLnBrk="0" hangingPunct="1">
              <a:defRPr lang="en-US" sz="8000" kern="1200" dirty="0">
                <a:solidFill>
                  <a:srgbClr val="8E8E8E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de-CH" dirty="0"/>
              <a:t>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957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«Name der Veranstaltung»</a:t>
            </a:r>
          </a:p>
        </p:txBody>
      </p:sp>
      <p:sp>
        <p:nvSpPr>
          <p:cNvPr id="21" name="Titelplatzhalter 12"/>
          <p:cNvSpPr>
            <a:spLocks noGrp="1"/>
          </p:cNvSpPr>
          <p:nvPr>
            <p:ph type="title" hasCustomPrompt="1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>
            <a:lvl1pPr>
              <a:defRPr/>
            </a:lvl1pPr>
          </a:lstStyle>
          <a:p>
            <a:r>
              <a:rPr lang="de-CH" noProof="0" dirty="0"/>
              <a:t>«Titel der Vorlesung»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0" y="2016000"/>
            <a:ext cx="9144000" cy="31275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ctr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None/>
              <a:defRPr sz="20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«Titelbild»</a:t>
            </a:r>
          </a:p>
        </p:txBody>
      </p:sp>
      <p:sp>
        <p:nvSpPr>
          <p:cNvPr id="8" name="Textplatzhalter 11"/>
          <p:cNvSpPr>
            <a:spLocks noGrp="1"/>
          </p:cNvSpPr>
          <p:nvPr>
            <p:ph type="body" sz="quarter" idx="21" hasCustomPrompt="1"/>
          </p:nvPr>
        </p:nvSpPr>
        <p:spPr>
          <a:xfrm>
            <a:off x="359532" y="1260000"/>
            <a:ext cx="8424468" cy="180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«Vortragende(r) und Organisationseinheit»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22" hasCustomPrompt="1"/>
          </p:nvPr>
        </p:nvSpPr>
        <p:spPr>
          <a:xfrm>
            <a:off x="359532" y="1512000"/>
            <a:ext cx="8424468" cy="180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«Datum und Präsentationsort»</a:t>
            </a:r>
          </a:p>
        </p:txBody>
      </p:sp>
    </p:spTree>
    <p:extLst>
      <p:ext uri="{BB962C8B-B14F-4D97-AF65-F5344CB8AC3E}">
        <p14:creationId xmlns:p14="http://schemas.microsoft.com/office/powerpoint/2010/main" val="3262353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2268000"/>
            <a:ext cx="7200468" cy="288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«Name der Veranstaltung»</a:t>
            </a:r>
          </a:p>
        </p:txBody>
      </p:sp>
      <p:sp>
        <p:nvSpPr>
          <p:cNvPr id="21" name="Titelplatzhalter 12"/>
          <p:cNvSpPr>
            <a:spLocks noGrp="1"/>
          </p:cNvSpPr>
          <p:nvPr>
            <p:ph type="title" hasCustomPrompt="1"/>
          </p:nvPr>
        </p:nvSpPr>
        <p:spPr>
          <a:xfrm>
            <a:off x="360000" y="180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>
            <a:lvl1pPr>
              <a:defRPr/>
            </a:lvl1pPr>
          </a:lstStyle>
          <a:p>
            <a:r>
              <a:rPr lang="de-CH" noProof="0" dirty="0"/>
              <a:t>«Titel der Vorlesung»</a:t>
            </a:r>
          </a:p>
        </p:txBody>
      </p:sp>
      <p:sp>
        <p:nvSpPr>
          <p:cNvPr id="8" name="Textplatzhalter 11"/>
          <p:cNvSpPr>
            <a:spLocks noGrp="1"/>
          </p:cNvSpPr>
          <p:nvPr>
            <p:ph type="body" sz="quarter" idx="21" hasCustomPrompt="1"/>
          </p:nvPr>
        </p:nvSpPr>
        <p:spPr>
          <a:xfrm>
            <a:off x="359532" y="2880000"/>
            <a:ext cx="7200468" cy="180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«Vortragende(r) und Organisationseinheit»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22" hasCustomPrompt="1"/>
          </p:nvPr>
        </p:nvSpPr>
        <p:spPr>
          <a:xfrm>
            <a:off x="359532" y="3132000"/>
            <a:ext cx="7200468" cy="180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«Datum und Präsentationsort»</a:t>
            </a:r>
          </a:p>
        </p:txBody>
      </p:sp>
    </p:spTree>
    <p:extLst>
      <p:ext uri="{BB962C8B-B14F-4D97-AF65-F5344CB8AC3E}">
        <p14:creationId xmlns:p14="http://schemas.microsoft.com/office/powerpoint/2010/main" val="200789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</p:spTree>
    <p:extLst>
      <p:ext uri="{BB962C8B-B14F-4D97-AF65-F5344CB8AC3E}">
        <p14:creationId xmlns:p14="http://schemas.microsoft.com/office/powerpoint/2010/main" val="755814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59533" y="1080000"/>
            <a:ext cx="8424467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966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59533" y="1080000"/>
            <a:ext cx="4176000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4608000" y="1080000"/>
            <a:ext cx="4176000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9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719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59533" y="1080000"/>
            <a:ext cx="4176000" cy="21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None/>
              <a:defRPr sz="1600" b="1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«Teiltitel»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4608000" y="1332000"/>
            <a:ext cx="4176000" cy="3204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360000" y="1332000"/>
            <a:ext cx="4176000" cy="3204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4" name="Inhaltsplatzhalter 7"/>
          <p:cNvSpPr>
            <a:spLocks noGrp="1"/>
          </p:cNvSpPr>
          <p:nvPr>
            <p:ph sz="quarter" idx="23" hasCustomPrompt="1"/>
          </p:nvPr>
        </p:nvSpPr>
        <p:spPr>
          <a:xfrm>
            <a:off x="4608000" y="1080000"/>
            <a:ext cx="4176000" cy="21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None/>
              <a:defRPr sz="1600" b="1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«Teiltitel»</a:t>
            </a:r>
          </a:p>
        </p:txBody>
      </p:sp>
      <p:sp>
        <p:nvSpPr>
          <p:cNvPr id="11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899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59532" y="1080000"/>
            <a:ext cx="8424467" cy="1692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359533" y="2844000"/>
            <a:ext cx="8424466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0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64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59532" y="1332000"/>
            <a:ext cx="8424467" cy="1440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359533" y="3096000"/>
            <a:ext cx="8424466" cy="1440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1" name="Inhaltsplatzhalter 7"/>
          <p:cNvSpPr>
            <a:spLocks noGrp="1"/>
          </p:cNvSpPr>
          <p:nvPr>
            <p:ph sz="quarter" idx="24" hasCustomPrompt="1"/>
          </p:nvPr>
        </p:nvSpPr>
        <p:spPr>
          <a:xfrm>
            <a:off x="359533" y="1080000"/>
            <a:ext cx="8424466" cy="21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None/>
              <a:defRPr sz="1600" b="1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«Teiltitel»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26" hasCustomPrompt="1"/>
          </p:nvPr>
        </p:nvSpPr>
        <p:spPr>
          <a:xfrm>
            <a:off x="359533" y="2844000"/>
            <a:ext cx="8424466" cy="21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None/>
              <a:defRPr sz="1600" b="1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«Teiltitel»</a:t>
            </a:r>
          </a:p>
        </p:txBody>
      </p:sp>
      <p:sp>
        <p:nvSpPr>
          <p:cNvPr id="14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416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59532" y="1080000"/>
            <a:ext cx="8424467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359533" y="3420000"/>
            <a:ext cx="8424466" cy="1116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3" hasCustomPrompt="1"/>
          </p:nvPr>
        </p:nvSpPr>
        <p:spPr>
          <a:xfrm>
            <a:off x="359531" y="2250000"/>
            <a:ext cx="8424467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2010637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59533" y="1080000"/>
            <a:ext cx="4176000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4608000" y="1080000"/>
            <a:ext cx="4176000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359533" y="2844000"/>
            <a:ext cx="4176000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3" hasCustomPrompt="1"/>
          </p:nvPr>
        </p:nvSpPr>
        <p:spPr>
          <a:xfrm>
            <a:off x="4608000" y="2844000"/>
            <a:ext cx="4176000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340103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59533" y="1332000"/>
            <a:ext cx="4176000" cy="1440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4608000" y="1332000"/>
            <a:ext cx="4176000" cy="1440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359533" y="3096000"/>
            <a:ext cx="4176000" cy="1440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3" hasCustomPrompt="1"/>
          </p:nvPr>
        </p:nvSpPr>
        <p:spPr>
          <a:xfrm>
            <a:off x="4608000" y="3096000"/>
            <a:ext cx="4176000" cy="1440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1" name="Inhaltsplatzhalter 7"/>
          <p:cNvSpPr>
            <a:spLocks noGrp="1"/>
          </p:cNvSpPr>
          <p:nvPr>
            <p:ph sz="quarter" idx="24" hasCustomPrompt="1"/>
          </p:nvPr>
        </p:nvSpPr>
        <p:spPr>
          <a:xfrm>
            <a:off x="359533" y="1080000"/>
            <a:ext cx="4176000" cy="21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None/>
              <a:defRPr sz="1600" b="1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«Teiltitel»</a:t>
            </a:r>
          </a:p>
        </p:txBody>
      </p:sp>
      <p:sp>
        <p:nvSpPr>
          <p:cNvPr id="14" name="Inhaltsplatzhalter 7"/>
          <p:cNvSpPr>
            <a:spLocks noGrp="1"/>
          </p:cNvSpPr>
          <p:nvPr>
            <p:ph sz="quarter" idx="25" hasCustomPrompt="1"/>
          </p:nvPr>
        </p:nvSpPr>
        <p:spPr>
          <a:xfrm>
            <a:off x="4608000" y="1080000"/>
            <a:ext cx="4176000" cy="21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None/>
              <a:defRPr sz="1600" b="1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«Teiltitel»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26" hasCustomPrompt="1"/>
          </p:nvPr>
        </p:nvSpPr>
        <p:spPr>
          <a:xfrm>
            <a:off x="359533" y="2844000"/>
            <a:ext cx="4176000" cy="21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None/>
              <a:defRPr sz="1600" b="1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«Teiltitel»</a:t>
            </a:r>
          </a:p>
        </p:txBody>
      </p:sp>
      <p:sp>
        <p:nvSpPr>
          <p:cNvPr id="16" name="Inhaltsplatzhalter 7"/>
          <p:cNvSpPr>
            <a:spLocks noGrp="1"/>
          </p:cNvSpPr>
          <p:nvPr>
            <p:ph sz="quarter" idx="27" hasCustomPrompt="1"/>
          </p:nvPr>
        </p:nvSpPr>
        <p:spPr>
          <a:xfrm>
            <a:off x="4608000" y="2844000"/>
            <a:ext cx="4176000" cy="21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None/>
              <a:defRPr sz="1600" b="1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«Teiltitel»</a:t>
            </a:r>
          </a:p>
        </p:txBody>
      </p:sp>
    </p:spTree>
    <p:extLst>
      <p:ext uri="{BB962C8B-B14F-4D97-AF65-F5344CB8AC3E}">
        <p14:creationId xmlns:p14="http://schemas.microsoft.com/office/powerpoint/2010/main" val="31906117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59533" y="2016000"/>
            <a:ext cx="8424467" cy="2520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359532" y="1080000"/>
            <a:ext cx="8424467" cy="9000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2702517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59533" y="2016000"/>
            <a:ext cx="4176000" cy="2520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4608000" y="2016000"/>
            <a:ext cx="4176000" cy="2520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359532" y="1080000"/>
            <a:ext cx="8424467" cy="9000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21282835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195736" y="1080000"/>
            <a:ext cx="6588264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359533" y="1079013"/>
            <a:ext cx="1800000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23550162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359533" y="1079013"/>
            <a:ext cx="1800000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2195736" y="1080000"/>
            <a:ext cx="6588263" cy="1692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3" hasCustomPrompt="1"/>
          </p:nvPr>
        </p:nvSpPr>
        <p:spPr>
          <a:xfrm>
            <a:off x="2195737" y="2844000"/>
            <a:ext cx="6588262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8375027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359533" y="1079013"/>
            <a:ext cx="1800000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</p:txBody>
      </p:sp>
      <p:sp>
        <p:nvSpPr>
          <p:cNvPr id="11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195737" y="1080000"/>
            <a:ext cx="6588262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4" hasCustomPrompt="1"/>
          </p:nvPr>
        </p:nvSpPr>
        <p:spPr>
          <a:xfrm>
            <a:off x="2195737" y="3420000"/>
            <a:ext cx="6588261" cy="1116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4" name="Inhaltsplatzhalter 7"/>
          <p:cNvSpPr>
            <a:spLocks noGrp="1"/>
          </p:cNvSpPr>
          <p:nvPr>
            <p:ph sz="quarter" idx="25" hasCustomPrompt="1"/>
          </p:nvPr>
        </p:nvSpPr>
        <p:spPr>
          <a:xfrm>
            <a:off x="2195736" y="2250000"/>
            <a:ext cx="6588262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13657480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015716" y="1080000"/>
            <a:ext cx="5112568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-1" y="1080000"/>
            <a:ext cx="1979713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7164287" y="1080000"/>
            <a:ext cx="1979713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34248614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-1" y="1080000"/>
            <a:ext cx="1979713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7164287" y="1080000"/>
            <a:ext cx="1979713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3" hasCustomPrompt="1"/>
          </p:nvPr>
        </p:nvSpPr>
        <p:spPr>
          <a:xfrm>
            <a:off x="2015716" y="1080000"/>
            <a:ext cx="5112568" cy="1692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1" name="Inhaltsplatzhalter 7"/>
          <p:cNvSpPr>
            <a:spLocks noGrp="1"/>
          </p:cNvSpPr>
          <p:nvPr>
            <p:ph sz="quarter" idx="24" hasCustomPrompt="1"/>
          </p:nvPr>
        </p:nvSpPr>
        <p:spPr>
          <a:xfrm>
            <a:off x="2015716" y="2844000"/>
            <a:ext cx="5112567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215346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-1" y="1080000"/>
            <a:ext cx="1979713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7164287" y="1080000"/>
            <a:ext cx="1979713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015715" y="1080000"/>
            <a:ext cx="5112569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4" name="Inhaltsplatzhalter 7"/>
          <p:cNvSpPr>
            <a:spLocks noGrp="1"/>
          </p:cNvSpPr>
          <p:nvPr>
            <p:ph sz="quarter" idx="25" hasCustomPrompt="1"/>
          </p:nvPr>
        </p:nvSpPr>
        <p:spPr>
          <a:xfrm>
            <a:off x="2015716" y="3420000"/>
            <a:ext cx="5112568" cy="1116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26" hasCustomPrompt="1"/>
          </p:nvPr>
        </p:nvSpPr>
        <p:spPr>
          <a:xfrm>
            <a:off x="2015714" y="2250000"/>
            <a:ext cx="5112569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39818678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736204" y="1080000"/>
            <a:ext cx="3672000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-1" y="1080000"/>
            <a:ext cx="2699793" cy="3456000"/>
          </a:xfrm>
        </p:spPr>
        <p:txBody>
          <a:bodyPr>
            <a:normAutofit/>
          </a:bodyPr>
          <a:lstStyle>
            <a:lvl1pPr marL="216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800">
                <a:solidFill>
                  <a:schemeClr val="tx1"/>
                </a:solidFill>
              </a:defRPr>
            </a:lvl1pPr>
            <a:lvl2pPr marL="432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600">
                <a:solidFill>
                  <a:schemeClr val="tx1"/>
                </a:solidFill>
              </a:defRPr>
            </a:lvl2pPr>
            <a:lvl3pPr marL="648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400">
                <a:solidFill>
                  <a:schemeClr val="tx1"/>
                </a:solidFill>
              </a:defRPr>
            </a:lvl3pPr>
            <a:lvl4pPr marL="864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200">
                <a:solidFill>
                  <a:schemeClr val="tx1"/>
                </a:solidFill>
              </a:defRPr>
            </a:lvl4pPr>
            <a:lvl5pPr marL="1080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100">
                <a:solidFill>
                  <a:schemeClr val="tx1"/>
                </a:solidFill>
              </a:defRPr>
            </a:lvl5pPr>
          </a:lstStyle>
          <a:p>
            <a:pPr marL="216000" marR="0" lvl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Erste Ebene</a:t>
            </a:r>
          </a:p>
          <a:p>
            <a:pPr marL="432000" marR="0" lvl="1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Zweite Ebene</a:t>
            </a:r>
          </a:p>
          <a:p>
            <a:pPr marL="648000" marR="0" lvl="2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Dritte Ebene</a:t>
            </a:r>
          </a:p>
          <a:p>
            <a:pPr marL="864000" marR="0" lvl="3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Vierte Ebene</a:t>
            </a:r>
          </a:p>
          <a:p>
            <a:pPr marL="1080000" marR="0" lvl="4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Fünfte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6444508" y="1080000"/>
            <a:ext cx="2700000" cy="3456000"/>
          </a:xfrm>
        </p:spPr>
        <p:txBody>
          <a:bodyPr>
            <a:normAutofit/>
          </a:bodyPr>
          <a:lstStyle>
            <a:lvl1pPr marL="216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800">
                <a:solidFill>
                  <a:schemeClr val="tx1"/>
                </a:solidFill>
              </a:defRPr>
            </a:lvl1pPr>
            <a:lvl2pPr marL="432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600">
                <a:solidFill>
                  <a:schemeClr val="tx1"/>
                </a:solidFill>
              </a:defRPr>
            </a:lvl2pPr>
            <a:lvl3pPr marL="648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400">
                <a:solidFill>
                  <a:schemeClr val="tx1"/>
                </a:solidFill>
              </a:defRPr>
            </a:lvl3pPr>
            <a:lvl4pPr marL="864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200">
                <a:solidFill>
                  <a:schemeClr val="tx1"/>
                </a:solidFill>
              </a:defRPr>
            </a:lvl4pPr>
            <a:lvl5pPr marL="1080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100">
                <a:solidFill>
                  <a:schemeClr val="tx1"/>
                </a:solidFill>
              </a:defRPr>
            </a:lvl5pPr>
          </a:lstStyle>
          <a:p>
            <a:pPr marL="216000" marR="0" lvl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Erste Ebene</a:t>
            </a:r>
          </a:p>
          <a:p>
            <a:pPr marL="432000" marR="0" lvl="1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Zweite Ebene</a:t>
            </a:r>
          </a:p>
          <a:p>
            <a:pPr marL="648000" marR="0" lvl="2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Dritte Ebene</a:t>
            </a:r>
          </a:p>
          <a:p>
            <a:pPr marL="864000" marR="0" lvl="3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Vierte Ebene</a:t>
            </a:r>
          </a:p>
          <a:p>
            <a:pPr marL="1080000" marR="0" lvl="4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8377531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736204" y="1080000"/>
            <a:ext cx="3672000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3" hasCustomPrompt="1"/>
          </p:nvPr>
        </p:nvSpPr>
        <p:spPr>
          <a:xfrm>
            <a:off x="-1" y="1080000"/>
            <a:ext cx="2699793" cy="1692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1" name="Inhaltsplatzhalter 7"/>
          <p:cNvSpPr>
            <a:spLocks noGrp="1"/>
          </p:cNvSpPr>
          <p:nvPr>
            <p:ph sz="quarter" idx="24" hasCustomPrompt="1"/>
          </p:nvPr>
        </p:nvSpPr>
        <p:spPr>
          <a:xfrm>
            <a:off x="0" y="2844000"/>
            <a:ext cx="2699793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4" name="Inhaltsplatzhalter 7"/>
          <p:cNvSpPr>
            <a:spLocks noGrp="1"/>
          </p:cNvSpPr>
          <p:nvPr>
            <p:ph sz="quarter" idx="25" hasCustomPrompt="1"/>
          </p:nvPr>
        </p:nvSpPr>
        <p:spPr>
          <a:xfrm>
            <a:off x="6444715" y="1080000"/>
            <a:ext cx="2699793" cy="1692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26" hasCustomPrompt="1"/>
          </p:nvPr>
        </p:nvSpPr>
        <p:spPr>
          <a:xfrm>
            <a:off x="6444716" y="2844000"/>
            <a:ext cx="2699793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0796597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736204" y="1080000"/>
            <a:ext cx="3672000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6" name="Inhaltsplatzhalter 7"/>
          <p:cNvSpPr>
            <a:spLocks noGrp="1"/>
          </p:cNvSpPr>
          <p:nvPr>
            <p:ph sz="quarter" idx="27" hasCustomPrompt="1"/>
          </p:nvPr>
        </p:nvSpPr>
        <p:spPr>
          <a:xfrm>
            <a:off x="2" y="1080000"/>
            <a:ext cx="2699692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7" name="Inhaltsplatzhalter 7"/>
          <p:cNvSpPr>
            <a:spLocks noGrp="1"/>
          </p:cNvSpPr>
          <p:nvPr>
            <p:ph sz="quarter" idx="28" hasCustomPrompt="1"/>
          </p:nvPr>
        </p:nvSpPr>
        <p:spPr>
          <a:xfrm>
            <a:off x="2" y="3420000"/>
            <a:ext cx="2699692" cy="1116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8" name="Inhaltsplatzhalter 7"/>
          <p:cNvSpPr>
            <a:spLocks noGrp="1"/>
          </p:cNvSpPr>
          <p:nvPr>
            <p:ph sz="quarter" idx="29" hasCustomPrompt="1"/>
          </p:nvPr>
        </p:nvSpPr>
        <p:spPr>
          <a:xfrm>
            <a:off x="1" y="2250000"/>
            <a:ext cx="2699692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9" name="Inhaltsplatzhalter 7"/>
          <p:cNvSpPr>
            <a:spLocks noGrp="1"/>
          </p:cNvSpPr>
          <p:nvPr>
            <p:ph sz="quarter" idx="30" hasCustomPrompt="1"/>
          </p:nvPr>
        </p:nvSpPr>
        <p:spPr>
          <a:xfrm>
            <a:off x="6444816" y="1080000"/>
            <a:ext cx="2699692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20" name="Inhaltsplatzhalter 7"/>
          <p:cNvSpPr>
            <a:spLocks noGrp="1"/>
          </p:cNvSpPr>
          <p:nvPr>
            <p:ph sz="quarter" idx="31" hasCustomPrompt="1"/>
          </p:nvPr>
        </p:nvSpPr>
        <p:spPr>
          <a:xfrm>
            <a:off x="6444816" y="3420000"/>
            <a:ext cx="2699692" cy="1116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22" name="Inhaltsplatzhalter 7"/>
          <p:cNvSpPr>
            <a:spLocks noGrp="1"/>
          </p:cNvSpPr>
          <p:nvPr>
            <p:ph sz="quarter" idx="32" hasCustomPrompt="1"/>
          </p:nvPr>
        </p:nvSpPr>
        <p:spPr>
          <a:xfrm>
            <a:off x="6444815" y="2250000"/>
            <a:ext cx="2699692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25744613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186000" y="1080000"/>
            <a:ext cx="2772000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360038" y="1080000"/>
            <a:ext cx="2772000" cy="3456000"/>
          </a:xfrm>
        </p:spPr>
        <p:txBody>
          <a:bodyPr>
            <a:normAutofit/>
          </a:bodyPr>
          <a:lstStyle>
            <a:lvl1pPr marL="216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800">
                <a:solidFill>
                  <a:schemeClr val="tx1"/>
                </a:solidFill>
              </a:defRPr>
            </a:lvl1pPr>
            <a:lvl2pPr marL="432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600">
                <a:solidFill>
                  <a:schemeClr val="tx1"/>
                </a:solidFill>
              </a:defRPr>
            </a:lvl2pPr>
            <a:lvl3pPr marL="648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400">
                <a:solidFill>
                  <a:schemeClr val="tx1"/>
                </a:solidFill>
              </a:defRPr>
            </a:lvl3pPr>
            <a:lvl4pPr marL="864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200">
                <a:solidFill>
                  <a:schemeClr val="tx1"/>
                </a:solidFill>
              </a:defRPr>
            </a:lvl4pPr>
            <a:lvl5pPr marL="1080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100">
                <a:solidFill>
                  <a:schemeClr val="tx1"/>
                </a:solidFill>
              </a:defRPr>
            </a:lvl5pPr>
          </a:lstStyle>
          <a:p>
            <a:pPr marL="216000" marR="0" lvl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Erste Ebene</a:t>
            </a:r>
          </a:p>
          <a:p>
            <a:pPr marL="432000" marR="0" lvl="1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Zweite Ebene</a:t>
            </a:r>
          </a:p>
          <a:p>
            <a:pPr marL="648000" marR="0" lvl="2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Dritte Ebene</a:t>
            </a:r>
          </a:p>
          <a:p>
            <a:pPr marL="864000" marR="0" lvl="3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Vierte Ebene</a:t>
            </a:r>
          </a:p>
          <a:p>
            <a:pPr marL="1080000" marR="0" lvl="4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Fünfte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6012160" y="1080000"/>
            <a:ext cx="2772000" cy="3456000"/>
          </a:xfrm>
        </p:spPr>
        <p:txBody>
          <a:bodyPr>
            <a:normAutofit/>
          </a:bodyPr>
          <a:lstStyle>
            <a:lvl1pPr marL="216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800">
                <a:solidFill>
                  <a:schemeClr val="tx1"/>
                </a:solidFill>
              </a:defRPr>
            </a:lvl1pPr>
            <a:lvl2pPr marL="432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600">
                <a:solidFill>
                  <a:schemeClr val="tx1"/>
                </a:solidFill>
              </a:defRPr>
            </a:lvl2pPr>
            <a:lvl3pPr marL="648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400">
                <a:solidFill>
                  <a:schemeClr val="tx1"/>
                </a:solidFill>
              </a:defRPr>
            </a:lvl3pPr>
            <a:lvl4pPr marL="864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200">
                <a:solidFill>
                  <a:schemeClr val="tx1"/>
                </a:solidFill>
              </a:defRPr>
            </a:lvl4pPr>
            <a:lvl5pPr marL="1080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100">
                <a:solidFill>
                  <a:schemeClr val="tx1"/>
                </a:solidFill>
              </a:defRPr>
            </a:lvl5pPr>
          </a:lstStyle>
          <a:p>
            <a:pPr marL="216000" marR="0" lvl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Erste Ebene</a:t>
            </a:r>
          </a:p>
          <a:p>
            <a:pPr marL="432000" marR="0" lvl="1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Zweite Ebene</a:t>
            </a:r>
          </a:p>
          <a:p>
            <a:pPr marL="648000" marR="0" lvl="2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Dritte Ebene</a:t>
            </a:r>
          </a:p>
          <a:p>
            <a:pPr marL="864000" marR="0" lvl="3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Vierte Ebene</a:t>
            </a:r>
          </a:p>
          <a:p>
            <a:pPr marL="1080000" marR="0" lvl="4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8013087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186000" y="1080000"/>
            <a:ext cx="2772000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3" hasCustomPrompt="1"/>
          </p:nvPr>
        </p:nvSpPr>
        <p:spPr>
          <a:xfrm>
            <a:off x="359532" y="1080000"/>
            <a:ext cx="2772000" cy="1692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1" name="Inhaltsplatzhalter 7"/>
          <p:cNvSpPr>
            <a:spLocks noGrp="1"/>
          </p:cNvSpPr>
          <p:nvPr>
            <p:ph sz="quarter" idx="24" hasCustomPrompt="1"/>
          </p:nvPr>
        </p:nvSpPr>
        <p:spPr>
          <a:xfrm>
            <a:off x="359532" y="2844000"/>
            <a:ext cx="2772000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4" name="Inhaltsplatzhalter 7"/>
          <p:cNvSpPr>
            <a:spLocks noGrp="1"/>
          </p:cNvSpPr>
          <p:nvPr>
            <p:ph sz="quarter" idx="25" hasCustomPrompt="1"/>
          </p:nvPr>
        </p:nvSpPr>
        <p:spPr>
          <a:xfrm>
            <a:off x="6012160" y="1080000"/>
            <a:ext cx="2772000" cy="1692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26" hasCustomPrompt="1"/>
          </p:nvPr>
        </p:nvSpPr>
        <p:spPr>
          <a:xfrm>
            <a:off x="6012161" y="2844000"/>
            <a:ext cx="2772000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0581733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186000" y="1080000"/>
            <a:ext cx="2772000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7" hasCustomPrompt="1"/>
          </p:nvPr>
        </p:nvSpPr>
        <p:spPr>
          <a:xfrm>
            <a:off x="359533" y="1080000"/>
            <a:ext cx="2772000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1" name="Inhaltsplatzhalter 7"/>
          <p:cNvSpPr>
            <a:spLocks noGrp="1"/>
          </p:cNvSpPr>
          <p:nvPr>
            <p:ph sz="quarter" idx="28" hasCustomPrompt="1"/>
          </p:nvPr>
        </p:nvSpPr>
        <p:spPr>
          <a:xfrm>
            <a:off x="359533" y="3420000"/>
            <a:ext cx="2772000" cy="1116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4" name="Inhaltsplatzhalter 7"/>
          <p:cNvSpPr>
            <a:spLocks noGrp="1"/>
          </p:cNvSpPr>
          <p:nvPr>
            <p:ph sz="quarter" idx="29" hasCustomPrompt="1"/>
          </p:nvPr>
        </p:nvSpPr>
        <p:spPr>
          <a:xfrm>
            <a:off x="359532" y="2250000"/>
            <a:ext cx="2772000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30" hasCustomPrompt="1"/>
          </p:nvPr>
        </p:nvSpPr>
        <p:spPr>
          <a:xfrm>
            <a:off x="6011962" y="1080000"/>
            <a:ext cx="2772000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6" name="Inhaltsplatzhalter 7"/>
          <p:cNvSpPr>
            <a:spLocks noGrp="1"/>
          </p:cNvSpPr>
          <p:nvPr>
            <p:ph sz="quarter" idx="31" hasCustomPrompt="1"/>
          </p:nvPr>
        </p:nvSpPr>
        <p:spPr>
          <a:xfrm>
            <a:off x="6011962" y="3420000"/>
            <a:ext cx="2772000" cy="1116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7" name="Inhaltsplatzhalter 7"/>
          <p:cNvSpPr>
            <a:spLocks noGrp="1"/>
          </p:cNvSpPr>
          <p:nvPr>
            <p:ph sz="quarter" idx="32" hasCustomPrompt="1"/>
          </p:nvPr>
        </p:nvSpPr>
        <p:spPr>
          <a:xfrm>
            <a:off x="6011961" y="2250000"/>
            <a:ext cx="2772000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21446908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0" name="Inhaltsplatzhalter 53"/>
          <p:cNvSpPr>
            <a:spLocks noGrp="1"/>
          </p:cNvSpPr>
          <p:nvPr>
            <p:ph sz="half" idx="1" hasCustomPrompt="1"/>
          </p:nvPr>
        </p:nvSpPr>
        <p:spPr>
          <a:xfrm>
            <a:off x="0" y="1692000"/>
            <a:ext cx="1944000" cy="468000"/>
          </a:xfrm>
          <a:custGeom>
            <a:avLst/>
            <a:gdLst>
              <a:gd name="connsiteX0" fmla="*/ 0 w 2020970"/>
              <a:gd name="connsiteY0" fmla="*/ 0 h 457200"/>
              <a:gd name="connsiteX1" fmla="*/ 2020970 w 2020970"/>
              <a:gd name="connsiteY1" fmla="*/ 0 h 457200"/>
              <a:gd name="connsiteX2" fmla="*/ 2013980 w 2020970"/>
              <a:gd name="connsiteY2" fmla="*/ 5768 h 457200"/>
              <a:gd name="connsiteX3" fmla="*/ 1920242 w 2020970"/>
              <a:gd name="connsiteY3" fmla="*/ 232070 h 457200"/>
              <a:gd name="connsiteX4" fmla="*/ 1974900 w 2020970"/>
              <a:gd name="connsiteY4" fmla="*/ 411007 h 457200"/>
              <a:gd name="connsiteX5" fmla="*/ 2013012 w 2020970"/>
              <a:gd name="connsiteY5" fmla="*/ 457200 h 457200"/>
              <a:gd name="connsiteX6" fmla="*/ 0 w 2020970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0970" h="457200">
                <a:moveTo>
                  <a:pt x="0" y="0"/>
                </a:moveTo>
                <a:lnTo>
                  <a:pt x="2020970" y="0"/>
                </a:lnTo>
                <a:lnTo>
                  <a:pt x="2013980" y="5768"/>
                </a:lnTo>
                <a:cubicBezTo>
                  <a:pt x="1956064" y="63684"/>
                  <a:pt x="1920242" y="143694"/>
                  <a:pt x="1920242" y="232070"/>
                </a:cubicBezTo>
                <a:cubicBezTo>
                  <a:pt x="1920242" y="298352"/>
                  <a:pt x="1940392" y="359929"/>
                  <a:pt x="1974900" y="411007"/>
                </a:cubicBezTo>
                <a:lnTo>
                  <a:pt x="2013012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Bildplatzhalter 4"/>
          <p:cNvSpPr>
            <a:spLocks noGrp="1"/>
          </p:cNvSpPr>
          <p:nvPr>
            <p:ph type="pic" sz="quarter" idx="24"/>
          </p:nvPr>
        </p:nvSpPr>
        <p:spPr>
          <a:xfrm>
            <a:off x="1908000" y="1602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  <p:sp>
        <p:nvSpPr>
          <p:cNvPr id="14" name="Inhaltsplatzhalter 57"/>
          <p:cNvSpPr>
            <a:spLocks noGrp="1"/>
          </p:cNvSpPr>
          <p:nvPr>
            <p:ph sz="half" idx="27" hasCustomPrompt="1"/>
          </p:nvPr>
        </p:nvSpPr>
        <p:spPr>
          <a:xfrm>
            <a:off x="0" y="3456000"/>
            <a:ext cx="1944000" cy="468000"/>
          </a:xfrm>
          <a:custGeom>
            <a:avLst/>
            <a:gdLst>
              <a:gd name="connsiteX0" fmla="*/ 0 w 2020970"/>
              <a:gd name="connsiteY0" fmla="*/ 0 h 457200"/>
              <a:gd name="connsiteX1" fmla="*/ 2020970 w 2020970"/>
              <a:gd name="connsiteY1" fmla="*/ 0 h 457200"/>
              <a:gd name="connsiteX2" fmla="*/ 2013980 w 2020970"/>
              <a:gd name="connsiteY2" fmla="*/ 5768 h 457200"/>
              <a:gd name="connsiteX3" fmla="*/ 1920242 w 2020970"/>
              <a:gd name="connsiteY3" fmla="*/ 232070 h 457200"/>
              <a:gd name="connsiteX4" fmla="*/ 1974900 w 2020970"/>
              <a:gd name="connsiteY4" fmla="*/ 411007 h 457200"/>
              <a:gd name="connsiteX5" fmla="*/ 2013012 w 2020970"/>
              <a:gd name="connsiteY5" fmla="*/ 457200 h 457200"/>
              <a:gd name="connsiteX6" fmla="*/ 0 w 2020970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0970" h="457200">
                <a:moveTo>
                  <a:pt x="0" y="0"/>
                </a:moveTo>
                <a:lnTo>
                  <a:pt x="2020970" y="0"/>
                </a:lnTo>
                <a:lnTo>
                  <a:pt x="2013980" y="5768"/>
                </a:lnTo>
                <a:cubicBezTo>
                  <a:pt x="1956064" y="63684"/>
                  <a:pt x="1920242" y="143694"/>
                  <a:pt x="1920242" y="232070"/>
                </a:cubicBezTo>
                <a:cubicBezTo>
                  <a:pt x="1920242" y="298352"/>
                  <a:pt x="1940392" y="359929"/>
                  <a:pt x="1974900" y="411007"/>
                </a:cubicBezTo>
                <a:lnTo>
                  <a:pt x="2013012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5" name="Bildplatzhalter 4"/>
          <p:cNvSpPr>
            <a:spLocks noGrp="1"/>
          </p:cNvSpPr>
          <p:nvPr>
            <p:ph type="pic" sz="quarter" idx="28"/>
          </p:nvPr>
        </p:nvSpPr>
        <p:spPr>
          <a:xfrm>
            <a:off x="1908000" y="3366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  <p:sp>
        <p:nvSpPr>
          <p:cNvPr id="16" name="Inhaltsplatzhalter 7"/>
          <p:cNvSpPr>
            <a:spLocks noGrp="1"/>
          </p:cNvSpPr>
          <p:nvPr>
            <p:ph sz="quarter" idx="29" hasCustomPrompt="1"/>
          </p:nvPr>
        </p:nvSpPr>
        <p:spPr>
          <a:xfrm>
            <a:off x="2663787" y="1080000"/>
            <a:ext cx="6120213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8801756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1" name="Inhaltsplatzhalter 49"/>
          <p:cNvSpPr>
            <a:spLocks noGrp="1"/>
          </p:cNvSpPr>
          <p:nvPr>
            <p:ph sz="half" idx="1" hasCustomPrompt="1"/>
          </p:nvPr>
        </p:nvSpPr>
        <p:spPr>
          <a:xfrm>
            <a:off x="0" y="1404000"/>
            <a:ext cx="1944000" cy="468000"/>
          </a:xfrm>
          <a:custGeom>
            <a:avLst/>
            <a:gdLst>
              <a:gd name="connsiteX0" fmla="*/ 0 w 2020970"/>
              <a:gd name="connsiteY0" fmla="*/ 0 h 457200"/>
              <a:gd name="connsiteX1" fmla="*/ 2020970 w 2020970"/>
              <a:gd name="connsiteY1" fmla="*/ 0 h 457200"/>
              <a:gd name="connsiteX2" fmla="*/ 2013980 w 2020970"/>
              <a:gd name="connsiteY2" fmla="*/ 5768 h 457200"/>
              <a:gd name="connsiteX3" fmla="*/ 1920242 w 2020970"/>
              <a:gd name="connsiteY3" fmla="*/ 232070 h 457200"/>
              <a:gd name="connsiteX4" fmla="*/ 1974900 w 2020970"/>
              <a:gd name="connsiteY4" fmla="*/ 411007 h 457200"/>
              <a:gd name="connsiteX5" fmla="*/ 2013012 w 2020970"/>
              <a:gd name="connsiteY5" fmla="*/ 457200 h 457200"/>
              <a:gd name="connsiteX6" fmla="*/ 0 w 2020970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0970" h="457200">
                <a:moveTo>
                  <a:pt x="0" y="0"/>
                </a:moveTo>
                <a:lnTo>
                  <a:pt x="2020970" y="0"/>
                </a:lnTo>
                <a:lnTo>
                  <a:pt x="2013980" y="5768"/>
                </a:lnTo>
                <a:cubicBezTo>
                  <a:pt x="1956064" y="63684"/>
                  <a:pt x="1920242" y="143694"/>
                  <a:pt x="1920242" y="232070"/>
                </a:cubicBezTo>
                <a:cubicBezTo>
                  <a:pt x="1920242" y="298352"/>
                  <a:pt x="1940392" y="359929"/>
                  <a:pt x="1974900" y="411007"/>
                </a:cubicBezTo>
                <a:lnTo>
                  <a:pt x="2013012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Bildplatzhalter 4"/>
          <p:cNvSpPr>
            <a:spLocks noGrp="1"/>
          </p:cNvSpPr>
          <p:nvPr>
            <p:ph type="pic" sz="quarter" idx="24"/>
          </p:nvPr>
        </p:nvSpPr>
        <p:spPr>
          <a:xfrm>
            <a:off x="1908000" y="1314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  <p:sp>
        <p:nvSpPr>
          <p:cNvPr id="15" name="Inhaltsplatzhalter 52"/>
          <p:cNvSpPr>
            <a:spLocks noGrp="1"/>
          </p:cNvSpPr>
          <p:nvPr>
            <p:ph sz="half" idx="29" hasCustomPrompt="1"/>
          </p:nvPr>
        </p:nvSpPr>
        <p:spPr>
          <a:xfrm>
            <a:off x="0" y="2574000"/>
            <a:ext cx="1944000" cy="468000"/>
          </a:xfrm>
          <a:custGeom>
            <a:avLst/>
            <a:gdLst>
              <a:gd name="connsiteX0" fmla="*/ 0 w 2199645"/>
              <a:gd name="connsiteY0" fmla="*/ 0 h 457200"/>
              <a:gd name="connsiteX1" fmla="*/ 2199645 w 2199645"/>
              <a:gd name="connsiteY1" fmla="*/ 0 h 457200"/>
              <a:gd name="connsiteX2" fmla="*/ 2196860 w 2199645"/>
              <a:gd name="connsiteY2" fmla="*/ 2298 h 457200"/>
              <a:gd name="connsiteX3" fmla="*/ 2103122 w 2199645"/>
              <a:gd name="connsiteY3" fmla="*/ 228600 h 457200"/>
              <a:gd name="connsiteX4" fmla="*/ 2196860 w 2199645"/>
              <a:gd name="connsiteY4" fmla="*/ 454902 h 457200"/>
              <a:gd name="connsiteX5" fmla="*/ 2199645 w 2199645"/>
              <a:gd name="connsiteY5" fmla="*/ 457200 h 457200"/>
              <a:gd name="connsiteX6" fmla="*/ 0 w 2199645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99645" h="457200">
                <a:moveTo>
                  <a:pt x="0" y="0"/>
                </a:moveTo>
                <a:lnTo>
                  <a:pt x="2199645" y="0"/>
                </a:lnTo>
                <a:lnTo>
                  <a:pt x="2196860" y="2298"/>
                </a:lnTo>
                <a:cubicBezTo>
                  <a:pt x="2138944" y="60214"/>
                  <a:pt x="2103122" y="140224"/>
                  <a:pt x="2103122" y="228600"/>
                </a:cubicBezTo>
                <a:cubicBezTo>
                  <a:pt x="2103122" y="316977"/>
                  <a:pt x="2138944" y="396987"/>
                  <a:pt x="2196860" y="454902"/>
                </a:cubicBezTo>
                <a:lnTo>
                  <a:pt x="2199645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6" name="Inhaltsplatzhalter 55"/>
          <p:cNvSpPr>
            <a:spLocks noGrp="1"/>
          </p:cNvSpPr>
          <p:nvPr>
            <p:ph sz="half" idx="31" hasCustomPrompt="1"/>
          </p:nvPr>
        </p:nvSpPr>
        <p:spPr>
          <a:xfrm>
            <a:off x="0" y="3744000"/>
            <a:ext cx="1944000" cy="468000"/>
          </a:xfrm>
          <a:custGeom>
            <a:avLst/>
            <a:gdLst>
              <a:gd name="connsiteX0" fmla="*/ 0 w 2382522"/>
              <a:gd name="connsiteY0" fmla="*/ 0 h 457200"/>
              <a:gd name="connsiteX1" fmla="*/ 2382522 w 2382522"/>
              <a:gd name="connsiteY1" fmla="*/ 0 h 457200"/>
              <a:gd name="connsiteX2" fmla="*/ 2379738 w 2382522"/>
              <a:gd name="connsiteY2" fmla="*/ 2298 h 457200"/>
              <a:gd name="connsiteX3" fmla="*/ 2286000 w 2382522"/>
              <a:gd name="connsiteY3" fmla="*/ 228600 h 457200"/>
              <a:gd name="connsiteX4" fmla="*/ 2379738 w 2382522"/>
              <a:gd name="connsiteY4" fmla="*/ 454903 h 457200"/>
              <a:gd name="connsiteX5" fmla="*/ 2382522 w 2382522"/>
              <a:gd name="connsiteY5" fmla="*/ 457200 h 457200"/>
              <a:gd name="connsiteX6" fmla="*/ 0 w 2382522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82522" h="457200">
                <a:moveTo>
                  <a:pt x="0" y="0"/>
                </a:moveTo>
                <a:lnTo>
                  <a:pt x="2382522" y="0"/>
                </a:lnTo>
                <a:lnTo>
                  <a:pt x="2379738" y="2298"/>
                </a:lnTo>
                <a:cubicBezTo>
                  <a:pt x="2321822" y="60214"/>
                  <a:pt x="2286000" y="140224"/>
                  <a:pt x="2286000" y="228600"/>
                </a:cubicBezTo>
                <a:cubicBezTo>
                  <a:pt x="2286000" y="316977"/>
                  <a:pt x="2321822" y="396987"/>
                  <a:pt x="2379738" y="454903"/>
                </a:cubicBezTo>
                <a:lnTo>
                  <a:pt x="2382522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7" name="Bildplatzhalter 4"/>
          <p:cNvSpPr>
            <a:spLocks noGrp="1"/>
          </p:cNvSpPr>
          <p:nvPr>
            <p:ph type="pic" sz="quarter" idx="37"/>
          </p:nvPr>
        </p:nvSpPr>
        <p:spPr>
          <a:xfrm>
            <a:off x="1908000" y="2484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  <p:sp>
        <p:nvSpPr>
          <p:cNvPr id="18" name="Bildplatzhalter 4"/>
          <p:cNvSpPr>
            <a:spLocks noGrp="1"/>
          </p:cNvSpPr>
          <p:nvPr>
            <p:ph type="pic" sz="quarter" idx="38"/>
          </p:nvPr>
        </p:nvSpPr>
        <p:spPr>
          <a:xfrm>
            <a:off x="1908000" y="3654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  <p:sp>
        <p:nvSpPr>
          <p:cNvPr id="19" name="Inhaltsplatzhalter 7"/>
          <p:cNvSpPr>
            <a:spLocks noGrp="1"/>
          </p:cNvSpPr>
          <p:nvPr>
            <p:ph sz="quarter" idx="39" hasCustomPrompt="1"/>
          </p:nvPr>
        </p:nvSpPr>
        <p:spPr>
          <a:xfrm>
            <a:off x="2663787" y="1080000"/>
            <a:ext cx="6120213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4393648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6" name="Inhaltsplatzhalter 18"/>
          <p:cNvSpPr>
            <a:spLocks noGrp="1"/>
          </p:cNvSpPr>
          <p:nvPr>
            <p:ph sz="half" idx="29" hasCustomPrompt="1"/>
          </p:nvPr>
        </p:nvSpPr>
        <p:spPr>
          <a:xfrm>
            <a:off x="0" y="1656000"/>
            <a:ext cx="2520000" cy="540000"/>
          </a:xfrm>
          <a:custGeom>
            <a:avLst/>
            <a:gdLst>
              <a:gd name="connsiteX0" fmla="*/ 0 w 2560325"/>
              <a:gd name="connsiteY0" fmla="*/ 0 h 457200"/>
              <a:gd name="connsiteX1" fmla="*/ 2331725 w 2560325"/>
              <a:gd name="connsiteY1" fmla="*/ 0 h 457200"/>
              <a:gd name="connsiteX2" fmla="*/ 2337803 w 2560325"/>
              <a:gd name="connsiteY2" fmla="*/ 0 h 457200"/>
              <a:gd name="connsiteX3" fmla="*/ 2337051 w 2560325"/>
              <a:gd name="connsiteY3" fmla="*/ 537 h 457200"/>
              <a:gd name="connsiteX4" fmla="*/ 2377796 w 2560325"/>
              <a:gd name="connsiteY4" fmla="*/ 4644 h 457200"/>
              <a:gd name="connsiteX5" fmla="*/ 2560325 w 2560325"/>
              <a:gd name="connsiteY5" fmla="*/ 228600 h 457200"/>
              <a:gd name="connsiteX6" fmla="*/ 2331725 w 2560325"/>
              <a:gd name="connsiteY6" fmla="*/ 457200 h 457200"/>
              <a:gd name="connsiteX7" fmla="*/ 2328265 w 2560325"/>
              <a:gd name="connsiteY7" fmla="*/ 456851 h 457200"/>
              <a:gd name="connsiteX8" fmla="*/ 2328598 w 2560325"/>
              <a:gd name="connsiteY8" fmla="*/ 457200 h 457200"/>
              <a:gd name="connsiteX9" fmla="*/ 0 w 2560325"/>
              <a:gd name="connsiteY9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0325" h="457200">
                <a:moveTo>
                  <a:pt x="0" y="0"/>
                </a:moveTo>
                <a:lnTo>
                  <a:pt x="2331725" y="0"/>
                </a:lnTo>
                <a:lnTo>
                  <a:pt x="2337803" y="0"/>
                </a:lnTo>
                <a:lnTo>
                  <a:pt x="2337051" y="537"/>
                </a:lnTo>
                <a:lnTo>
                  <a:pt x="2377796" y="4644"/>
                </a:lnTo>
                <a:cubicBezTo>
                  <a:pt x="2481965" y="25961"/>
                  <a:pt x="2560325" y="118130"/>
                  <a:pt x="2560325" y="228600"/>
                </a:cubicBezTo>
                <a:cubicBezTo>
                  <a:pt x="2560325" y="354852"/>
                  <a:pt x="2457977" y="457200"/>
                  <a:pt x="2331725" y="457200"/>
                </a:cubicBezTo>
                <a:lnTo>
                  <a:pt x="2328265" y="456851"/>
                </a:lnTo>
                <a:lnTo>
                  <a:pt x="2328598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7" name="Inhaltsplatzhalter 22"/>
          <p:cNvSpPr>
            <a:spLocks noGrp="1"/>
          </p:cNvSpPr>
          <p:nvPr>
            <p:ph sz="half" idx="30" hasCustomPrompt="1"/>
          </p:nvPr>
        </p:nvSpPr>
        <p:spPr>
          <a:xfrm>
            <a:off x="0" y="3420000"/>
            <a:ext cx="2520000" cy="540000"/>
          </a:xfrm>
          <a:custGeom>
            <a:avLst/>
            <a:gdLst>
              <a:gd name="connsiteX0" fmla="*/ 0 w 2560325"/>
              <a:gd name="connsiteY0" fmla="*/ 0 h 457200"/>
              <a:gd name="connsiteX1" fmla="*/ 2331725 w 2560325"/>
              <a:gd name="connsiteY1" fmla="*/ 0 h 457200"/>
              <a:gd name="connsiteX2" fmla="*/ 2337803 w 2560325"/>
              <a:gd name="connsiteY2" fmla="*/ 0 h 457200"/>
              <a:gd name="connsiteX3" fmla="*/ 2337051 w 2560325"/>
              <a:gd name="connsiteY3" fmla="*/ 537 h 457200"/>
              <a:gd name="connsiteX4" fmla="*/ 2377796 w 2560325"/>
              <a:gd name="connsiteY4" fmla="*/ 4644 h 457200"/>
              <a:gd name="connsiteX5" fmla="*/ 2560325 w 2560325"/>
              <a:gd name="connsiteY5" fmla="*/ 228600 h 457200"/>
              <a:gd name="connsiteX6" fmla="*/ 2331725 w 2560325"/>
              <a:gd name="connsiteY6" fmla="*/ 457200 h 457200"/>
              <a:gd name="connsiteX7" fmla="*/ 2328265 w 2560325"/>
              <a:gd name="connsiteY7" fmla="*/ 456851 h 457200"/>
              <a:gd name="connsiteX8" fmla="*/ 2328598 w 2560325"/>
              <a:gd name="connsiteY8" fmla="*/ 457200 h 457200"/>
              <a:gd name="connsiteX9" fmla="*/ 0 w 2560325"/>
              <a:gd name="connsiteY9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0325" h="457200">
                <a:moveTo>
                  <a:pt x="0" y="0"/>
                </a:moveTo>
                <a:lnTo>
                  <a:pt x="2331725" y="0"/>
                </a:lnTo>
                <a:lnTo>
                  <a:pt x="2337803" y="0"/>
                </a:lnTo>
                <a:lnTo>
                  <a:pt x="2337051" y="537"/>
                </a:lnTo>
                <a:lnTo>
                  <a:pt x="2377796" y="4644"/>
                </a:lnTo>
                <a:cubicBezTo>
                  <a:pt x="2481965" y="25961"/>
                  <a:pt x="2560325" y="118130"/>
                  <a:pt x="2560325" y="228600"/>
                </a:cubicBezTo>
                <a:cubicBezTo>
                  <a:pt x="2560325" y="354852"/>
                  <a:pt x="2457977" y="457200"/>
                  <a:pt x="2331725" y="457200"/>
                </a:cubicBezTo>
                <a:lnTo>
                  <a:pt x="2328265" y="456851"/>
                </a:lnTo>
                <a:lnTo>
                  <a:pt x="2328598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Inhaltsplatzhalter 7"/>
          <p:cNvSpPr>
            <a:spLocks noGrp="1"/>
          </p:cNvSpPr>
          <p:nvPr>
            <p:ph sz="quarter" idx="31" hasCustomPrompt="1"/>
          </p:nvPr>
        </p:nvSpPr>
        <p:spPr>
          <a:xfrm>
            <a:off x="2663787" y="1080000"/>
            <a:ext cx="6120213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6291780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9" name="Inhaltsplatzhalter 23"/>
          <p:cNvSpPr>
            <a:spLocks noGrp="1"/>
          </p:cNvSpPr>
          <p:nvPr>
            <p:ph sz="half" idx="31" hasCustomPrompt="1"/>
          </p:nvPr>
        </p:nvSpPr>
        <p:spPr>
          <a:xfrm>
            <a:off x="0" y="3708000"/>
            <a:ext cx="2520000" cy="540000"/>
          </a:xfrm>
          <a:custGeom>
            <a:avLst/>
            <a:gdLst>
              <a:gd name="connsiteX0" fmla="*/ 365762 w 2926087"/>
              <a:gd name="connsiteY0" fmla="*/ 0 h 458160"/>
              <a:gd name="connsiteX1" fmla="*/ 2697487 w 2926087"/>
              <a:gd name="connsiteY1" fmla="*/ 0 h 458160"/>
              <a:gd name="connsiteX2" fmla="*/ 2703565 w 2926087"/>
              <a:gd name="connsiteY2" fmla="*/ 0 h 458160"/>
              <a:gd name="connsiteX3" fmla="*/ 2702813 w 2926087"/>
              <a:gd name="connsiteY3" fmla="*/ 537 h 458160"/>
              <a:gd name="connsiteX4" fmla="*/ 2743558 w 2926087"/>
              <a:gd name="connsiteY4" fmla="*/ 4644 h 458160"/>
              <a:gd name="connsiteX5" fmla="*/ 2926087 w 2926087"/>
              <a:gd name="connsiteY5" fmla="*/ 228600 h 458160"/>
              <a:gd name="connsiteX6" fmla="*/ 2697487 w 2926087"/>
              <a:gd name="connsiteY6" fmla="*/ 457200 h 458160"/>
              <a:gd name="connsiteX7" fmla="*/ 2694027 w 2926087"/>
              <a:gd name="connsiteY7" fmla="*/ 456851 h 458160"/>
              <a:gd name="connsiteX8" fmla="*/ 2694360 w 2926087"/>
              <a:gd name="connsiteY8" fmla="*/ 457200 h 458160"/>
              <a:gd name="connsiteX9" fmla="*/ 2330584 w 2926087"/>
              <a:gd name="connsiteY9" fmla="*/ 457200 h 458160"/>
              <a:gd name="connsiteX10" fmla="*/ 2331720 w 2926087"/>
              <a:gd name="connsiteY10" fmla="*/ 458160 h 458160"/>
              <a:gd name="connsiteX11" fmla="*/ 182880 w 2926087"/>
              <a:gd name="connsiteY11" fmla="*/ 458160 h 458160"/>
              <a:gd name="connsiteX12" fmla="*/ 0 w 2926087"/>
              <a:gd name="connsiteY12" fmla="*/ 458160 h 458160"/>
              <a:gd name="connsiteX13" fmla="*/ 0 w 2926087"/>
              <a:gd name="connsiteY13" fmla="*/ 960 h 458160"/>
              <a:gd name="connsiteX14" fmla="*/ 182880 w 2926087"/>
              <a:gd name="connsiteY14" fmla="*/ 960 h 458160"/>
              <a:gd name="connsiteX15" fmla="*/ 365762 w 2926087"/>
              <a:gd name="connsiteY15" fmla="*/ 960 h 458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926087" h="458160">
                <a:moveTo>
                  <a:pt x="365762" y="0"/>
                </a:moveTo>
                <a:lnTo>
                  <a:pt x="2697487" y="0"/>
                </a:lnTo>
                <a:lnTo>
                  <a:pt x="2703565" y="0"/>
                </a:lnTo>
                <a:lnTo>
                  <a:pt x="2702813" y="537"/>
                </a:lnTo>
                <a:lnTo>
                  <a:pt x="2743558" y="4644"/>
                </a:lnTo>
                <a:cubicBezTo>
                  <a:pt x="2847727" y="25961"/>
                  <a:pt x="2926087" y="118130"/>
                  <a:pt x="2926087" y="228600"/>
                </a:cubicBezTo>
                <a:cubicBezTo>
                  <a:pt x="2926087" y="354852"/>
                  <a:pt x="2823739" y="457200"/>
                  <a:pt x="2697487" y="457200"/>
                </a:cubicBezTo>
                <a:lnTo>
                  <a:pt x="2694027" y="456851"/>
                </a:lnTo>
                <a:lnTo>
                  <a:pt x="2694360" y="457200"/>
                </a:lnTo>
                <a:lnTo>
                  <a:pt x="2330584" y="457200"/>
                </a:lnTo>
                <a:lnTo>
                  <a:pt x="2331720" y="458160"/>
                </a:lnTo>
                <a:lnTo>
                  <a:pt x="182880" y="458160"/>
                </a:lnTo>
                <a:lnTo>
                  <a:pt x="0" y="458160"/>
                </a:lnTo>
                <a:lnTo>
                  <a:pt x="0" y="960"/>
                </a:lnTo>
                <a:lnTo>
                  <a:pt x="182880" y="960"/>
                </a:lnTo>
                <a:lnTo>
                  <a:pt x="365762" y="96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0" name="Inhaltsplatzhalter 17"/>
          <p:cNvSpPr>
            <a:spLocks noGrp="1"/>
          </p:cNvSpPr>
          <p:nvPr>
            <p:ph sz="half" idx="37" hasCustomPrompt="1"/>
          </p:nvPr>
        </p:nvSpPr>
        <p:spPr>
          <a:xfrm>
            <a:off x="0" y="2538000"/>
            <a:ext cx="2520000" cy="540000"/>
          </a:xfrm>
          <a:custGeom>
            <a:avLst/>
            <a:gdLst>
              <a:gd name="connsiteX0" fmla="*/ 182882 w 2743207"/>
              <a:gd name="connsiteY0" fmla="*/ 0 h 458160"/>
              <a:gd name="connsiteX1" fmla="*/ 2514607 w 2743207"/>
              <a:gd name="connsiteY1" fmla="*/ 0 h 458160"/>
              <a:gd name="connsiteX2" fmla="*/ 2520685 w 2743207"/>
              <a:gd name="connsiteY2" fmla="*/ 0 h 458160"/>
              <a:gd name="connsiteX3" fmla="*/ 2519933 w 2743207"/>
              <a:gd name="connsiteY3" fmla="*/ 537 h 458160"/>
              <a:gd name="connsiteX4" fmla="*/ 2560678 w 2743207"/>
              <a:gd name="connsiteY4" fmla="*/ 4644 h 458160"/>
              <a:gd name="connsiteX5" fmla="*/ 2743207 w 2743207"/>
              <a:gd name="connsiteY5" fmla="*/ 228600 h 458160"/>
              <a:gd name="connsiteX6" fmla="*/ 2514607 w 2743207"/>
              <a:gd name="connsiteY6" fmla="*/ 457200 h 458160"/>
              <a:gd name="connsiteX7" fmla="*/ 2511147 w 2743207"/>
              <a:gd name="connsiteY7" fmla="*/ 456851 h 458160"/>
              <a:gd name="connsiteX8" fmla="*/ 2511480 w 2743207"/>
              <a:gd name="connsiteY8" fmla="*/ 457200 h 458160"/>
              <a:gd name="connsiteX9" fmla="*/ 2147704 w 2743207"/>
              <a:gd name="connsiteY9" fmla="*/ 457200 h 458160"/>
              <a:gd name="connsiteX10" fmla="*/ 2148840 w 2743207"/>
              <a:gd name="connsiteY10" fmla="*/ 458160 h 458160"/>
              <a:gd name="connsiteX11" fmla="*/ 0 w 2743207"/>
              <a:gd name="connsiteY11" fmla="*/ 458160 h 458160"/>
              <a:gd name="connsiteX12" fmla="*/ 0 w 2743207"/>
              <a:gd name="connsiteY12" fmla="*/ 960 h 458160"/>
              <a:gd name="connsiteX13" fmla="*/ 182882 w 2743207"/>
              <a:gd name="connsiteY13" fmla="*/ 960 h 458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743207" h="458160">
                <a:moveTo>
                  <a:pt x="182882" y="0"/>
                </a:moveTo>
                <a:lnTo>
                  <a:pt x="2514607" y="0"/>
                </a:lnTo>
                <a:lnTo>
                  <a:pt x="2520685" y="0"/>
                </a:lnTo>
                <a:lnTo>
                  <a:pt x="2519933" y="537"/>
                </a:lnTo>
                <a:lnTo>
                  <a:pt x="2560678" y="4644"/>
                </a:lnTo>
                <a:cubicBezTo>
                  <a:pt x="2664847" y="25961"/>
                  <a:pt x="2743207" y="118130"/>
                  <a:pt x="2743207" y="228600"/>
                </a:cubicBezTo>
                <a:cubicBezTo>
                  <a:pt x="2743207" y="354852"/>
                  <a:pt x="2640859" y="457200"/>
                  <a:pt x="2514607" y="457200"/>
                </a:cubicBezTo>
                <a:lnTo>
                  <a:pt x="2511147" y="456851"/>
                </a:lnTo>
                <a:lnTo>
                  <a:pt x="2511480" y="457200"/>
                </a:lnTo>
                <a:lnTo>
                  <a:pt x="2147704" y="457200"/>
                </a:lnTo>
                <a:lnTo>
                  <a:pt x="2148840" y="458160"/>
                </a:lnTo>
                <a:lnTo>
                  <a:pt x="0" y="458160"/>
                </a:lnTo>
                <a:lnTo>
                  <a:pt x="0" y="960"/>
                </a:lnTo>
                <a:lnTo>
                  <a:pt x="182882" y="96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2" name="Inhaltsplatzhalter 18"/>
          <p:cNvSpPr>
            <a:spLocks noGrp="1"/>
          </p:cNvSpPr>
          <p:nvPr>
            <p:ph sz="half" idx="29" hasCustomPrompt="1"/>
          </p:nvPr>
        </p:nvSpPr>
        <p:spPr>
          <a:xfrm>
            <a:off x="0" y="1368000"/>
            <a:ext cx="2520000" cy="540000"/>
          </a:xfrm>
          <a:custGeom>
            <a:avLst/>
            <a:gdLst>
              <a:gd name="connsiteX0" fmla="*/ 0 w 2560325"/>
              <a:gd name="connsiteY0" fmla="*/ 0 h 457200"/>
              <a:gd name="connsiteX1" fmla="*/ 2331725 w 2560325"/>
              <a:gd name="connsiteY1" fmla="*/ 0 h 457200"/>
              <a:gd name="connsiteX2" fmla="*/ 2337803 w 2560325"/>
              <a:gd name="connsiteY2" fmla="*/ 0 h 457200"/>
              <a:gd name="connsiteX3" fmla="*/ 2337051 w 2560325"/>
              <a:gd name="connsiteY3" fmla="*/ 537 h 457200"/>
              <a:gd name="connsiteX4" fmla="*/ 2377796 w 2560325"/>
              <a:gd name="connsiteY4" fmla="*/ 4644 h 457200"/>
              <a:gd name="connsiteX5" fmla="*/ 2560325 w 2560325"/>
              <a:gd name="connsiteY5" fmla="*/ 228600 h 457200"/>
              <a:gd name="connsiteX6" fmla="*/ 2331725 w 2560325"/>
              <a:gd name="connsiteY6" fmla="*/ 457200 h 457200"/>
              <a:gd name="connsiteX7" fmla="*/ 2328265 w 2560325"/>
              <a:gd name="connsiteY7" fmla="*/ 456851 h 457200"/>
              <a:gd name="connsiteX8" fmla="*/ 2328598 w 2560325"/>
              <a:gd name="connsiteY8" fmla="*/ 457200 h 457200"/>
              <a:gd name="connsiteX9" fmla="*/ 0 w 2560325"/>
              <a:gd name="connsiteY9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0325" h="457200">
                <a:moveTo>
                  <a:pt x="0" y="0"/>
                </a:moveTo>
                <a:lnTo>
                  <a:pt x="2331725" y="0"/>
                </a:lnTo>
                <a:lnTo>
                  <a:pt x="2337803" y="0"/>
                </a:lnTo>
                <a:lnTo>
                  <a:pt x="2337051" y="537"/>
                </a:lnTo>
                <a:lnTo>
                  <a:pt x="2377796" y="4644"/>
                </a:lnTo>
                <a:cubicBezTo>
                  <a:pt x="2481965" y="25961"/>
                  <a:pt x="2560325" y="118130"/>
                  <a:pt x="2560325" y="228600"/>
                </a:cubicBezTo>
                <a:cubicBezTo>
                  <a:pt x="2560325" y="354852"/>
                  <a:pt x="2457977" y="457200"/>
                  <a:pt x="2331725" y="457200"/>
                </a:cubicBezTo>
                <a:lnTo>
                  <a:pt x="2328265" y="456851"/>
                </a:lnTo>
                <a:lnTo>
                  <a:pt x="2328598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Inhaltsplatzhalter 7"/>
          <p:cNvSpPr>
            <a:spLocks noGrp="1"/>
          </p:cNvSpPr>
          <p:nvPr>
            <p:ph sz="quarter" idx="38" hasCustomPrompt="1"/>
          </p:nvPr>
        </p:nvSpPr>
        <p:spPr>
          <a:xfrm>
            <a:off x="2663787" y="1080000"/>
            <a:ext cx="6120213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86077455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663787" y="1080000"/>
            <a:ext cx="6120211" cy="1692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2663787" y="2844000"/>
            <a:ext cx="6120211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0" name="Inhaltsplatzhalter 53"/>
          <p:cNvSpPr>
            <a:spLocks noGrp="1"/>
          </p:cNvSpPr>
          <p:nvPr>
            <p:ph sz="half" idx="1" hasCustomPrompt="1"/>
          </p:nvPr>
        </p:nvSpPr>
        <p:spPr>
          <a:xfrm>
            <a:off x="0" y="1692000"/>
            <a:ext cx="1944000" cy="468000"/>
          </a:xfrm>
          <a:custGeom>
            <a:avLst/>
            <a:gdLst>
              <a:gd name="connsiteX0" fmla="*/ 0 w 2020970"/>
              <a:gd name="connsiteY0" fmla="*/ 0 h 457200"/>
              <a:gd name="connsiteX1" fmla="*/ 2020970 w 2020970"/>
              <a:gd name="connsiteY1" fmla="*/ 0 h 457200"/>
              <a:gd name="connsiteX2" fmla="*/ 2013980 w 2020970"/>
              <a:gd name="connsiteY2" fmla="*/ 5768 h 457200"/>
              <a:gd name="connsiteX3" fmla="*/ 1920242 w 2020970"/>
              <a:gd name="connsiteY3" fmla="*/ 232070 h 457200"/>
              <a:gd name="connsiteX4" fmla="*/ 1974900 w 2020970"/>
              <a:gd name="connsiteY4" fmla="*/ 411007 h 457200"/>
              <a:gd name="connsiteX5" fmla="*/ 2013012 w 2020970"/>
              <a:gd name="connsiteY5" fmla="*/ 457200 h 457200"/>
              <a:gd name="connsiteX6" fmla="*/ 0 w 2020970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0970" h="457200">
                <a:moveTo>
                  <a:pt x="0" y="0"/>
                </a:moveTo>
                <a:lnTo>
                  <a:pt x="2020970" y="0"/>
                </a:lnTo>
                <a:lnTo>
                  <a:pt x="2013980" y="5768"/>
                </a:lnTo>
                <a:cubicBezTo>
                  <a:pt x="1956064" y="63684"/>
                  <a:pt x="1920242" y="143694"/>
                  <a:pt x="1920242" y="232070"/>
                </a:cubicBezTo>
                <a:cubicBezTo>
                  <a:pt x="1920242" y="298352"/>
                  <a:pt x="1940392" y="359929"/>
                  <a:pt x="1974900" y="411007"/>
                </a:cubicBezTo>
                <a:lnTo>
                  <a:pt x="2013012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Bildplatzhalter 4"/>
          <p:cNvSpPr>
            <a:spLocks noGrp="1"/>
          </p:cNvSpPr>
          <p:nvPr>
            <p:ph type="pic" sz="quarter" idx="24"/>
          </p:nvPr>
        </p:nvSpPr>
        <p:spPr>
          <a:xfrm>
            <a:off x="1908000" y="1602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  <p:sp>
        <p:nvSpPr>
          <p:cNvPr id="14" name="Inhaltsplatzhalter 57"/>
          <p:cNvSpPr>
            <a:spLocks noGrp="1"/>
          </p:cNvSpPr>
          <p:nvPr>
            <p:ph sz="half" idx="27" hasCustomPrompt="1"/>
          </p:nvPr>
        </p:nvSpPr>
        <p:spPr>
          <a:xfrm>
            <a:off x="0" y="3456000"/>
            <a:ext cx="1944000" cy="468000"/>
          </a:xfrm>
          <a:custGeom>
            <a:avLst/>
            <a:gdLst>
              <a:gd name="connsiteX0" fmla="*/ 0 w 2020970"/>
              <a:gd name="connsiteY0" fmla="*/ 0 h 457200"/>
              <a:gd name="connsiteX1" fmla="*/ 2020970 w 2020970"/>
              <a:gd name="connsiteY1" fmla="*/ 0 h 457200"/>
              <a:gd name="connsiteX2" fmla="*/ 2013980 w 2020970"/>
              <a:gd name="connsiteY2" fmla="*/ 5768 h 457200"/>
              <a:gd name="connsiteX3" fmla="*/ 1920242 w 2020970"/>
              <a:gd name="connsiteY3" fmla="*/ 232070 h 457200"/>
              <a:gd name="connsiteX4" fmla="*/ 1974900 w 2020970"/>
              <a:gd name="connsiteY4" fmla="*/ 411007 h 457200"/>
              <a:gd name="connsiteX5" fmla="*/ 2013012 w 2020970"/>
              <a:gd name="connsiteY5" fmla="*/ 457200 h 457200"/>
              <a:gd name="connsiteX6" fmla="*/ 0 w 2020970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0970" h="457200">
                <a:moveTo>
                  <a:pt x="0" y="0"/>
                </a:moveTo>
                <a:lnTo>
                  <a:pt x="2020970" y="0"/>
                </a:lnTo>
                <a:lnTo>
                  <a:pt x="2013980" y="5768"/>
                </a:lnTo>
                <a:cubicBezTo>
                  <a:pt x="1956064" y="63684"/>
                  <a:pt x="1920242" y="143694"/>
                  <a:pt x="1920242" y="232070"/>
                </a:cubicBezTo>
                <a:cubicBezTo>
                  <a:pt x="1920242" y="298352"/>
                  <a:pt x="1940392" y="359929"/>
                  <a:pt x="1974900" y="411007"/>
                </a:cubicBezTo>
                <a:lnTo>
                  <a:pt x="2013012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5" name="Bildplatzhalter 4"/>
          <p:cNvSpPr>
            <a:spLocks noGrp="1"/>
          </p:cNvSpPr>
          <p:nvPr>
            <p:ph type="pic" sz="quarter" idx="28"/>
          </p:nvPr>
        </p:nvSpPr>
        <p:spPr>
          <a:xfrm>
            <a:off x="1908000" y="3366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087907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663787" y="1080000"/>
            <a:ext cx="6120211" cy="1692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2843808" y="2844000"/>
            <a:ext cx="5940190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6" name="Inhaltsplatzhalter 53"/>
          <p:cNvSpPr>
            <a:spLocks noGrp="1"/>
          </p:cNvSpPr>
          <p:nvPr>
            <p:ph sz="half" idx="36" hasCustomPrompt="1"/>
          </p:nvPr>
        </p:nvSpPr>
        <p:spPr>
          <a:xfrm>
            <a:off x="0" y="1692000"/>
            <a:ext cx="1944000" cy="468000"/>
          </a:xfrm>
          <a:custGeom>
            <a:avLst/>
            <a:gdLst>
              <a:gd name="connsiteX0" fmla="*/ 0 w 2020970"/>
              <a:gd name="connsiteY0" fmla="*/ 0 h 457200"/>
              <a:gd name="connsiteX1" fmla="*/ 2020970 w 2020970"/>
              <a:gd name="connsiteY1" fmla="*/ 0 h 457200"/>
              <a:gd name="connsiteX2" fmla="*/ 2013980 w 2020970"/>
              <a:gd name="connsiteY2" fmla="*/ 5768 h 457200"/>
              <a:gd name="connsiteX3" fmla="*/ 1920242 w 2020970"/>
              <a:gd name="connsiteY3" fmla="*/ 232070 h 457200"/>
              <a:gd name="connsiteX4" fmla="*/ 1974900 w 2020970"/>
              <a:gd name="connsiteY4" fmla="*/ 411007 h 457200"/>
              <a:gd name="connsiteX5" fmla="*/ 2013012 w 2020970"/>
              <a:gd name="connsiteY5" fmla="*/ 457200 h 457200"/>
              <a:gd name="connsiteX6" fmla="*/ 0 w 2020970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0970" h="457200">
                <a:moveTo>
                  <a:pt x="0" y="0"/>
                </a:moveTo>
                <a:lnTo>
                  <a:pt x="2020970" y="0"/>
                </a:lnTo>
                <a:lnTo>
                  <a:pt x="2013980" y="5768"/>
                </a:lnTo>
                <a:cubicBezTo>
                  <a:pt x="1956064" y="63684"/>
                  <a:pt x="1920242" y="143694"/>
                  <a:pt x="1920242" y="232070"/>
                </a:cubicBezTo>
                <a:cubicBezTo>
                  <a:pt x="1920242" y="298352"/>
                  <a:pt x="1940392" y="359929"/>
                  <a:pt x="1974900" y="411007"/>
                </a:cubicBezTo>
                <a:lnTo>
                  <a:pt x="2013012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7" name="Bildplatzhalter 4"/>
          <p:cNvSpPr>
            <a:spLocks noGrp="1"/>
          </p:cNvSpPr>
          <p:nvPr>
            <p:ph type="pic" sz="quarter" idx="37"/>
          </p:nvPr>
        </p:nvSpPr>
        <p:spPr>
          <a:xfrm>
            <a:off x="1907776" y="1602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  <p:sp>
        <p:nvSpPr>
          <p:cNvPr id="18" name="Inhaltsplatzhalter 57"/>
          <p:cNvSpPr>
            <a:spLocks noGrp="1"/>
          </p:cNvSpPr>
          <p:nvPr>
            <p:ph sz="half" idx="27" hasCustomPrompt="1"/>
          </p:nvPr>
        </p:nvSpPr>
        <p:spPr>
          <a:xfrm>
            <a:off x="0" y="3456000"/>
            <a:ext cx="2124000" cy="468000"/>
          </a:xfrm>
          <a:custGeom>
            <a:avLst/>
            <a:gdLst>
              <a:gd name="connsiteX0" fmla="*/ 0 w 2020970"/>
              <a:gd name="connsiteY0" fmla="*/ 0 h 457200"/>
              <a:gd name="connsiteX1" fmla="*/ 2020970 w 2020970"/>
              <a:gd name="connsiteY1" fmla="*/ 0 h 457200"/>
              <a:gd name="connsiteX2" fmla="*/ 2013980 w 2020970"/>
              <a:gd name="connsiteY2" fmla="*/ 5768 h 457200"/>
              <a:gd name="connsiteX3" fmla="*/ 1920242 w 2020970"/>
              <a:gd name="connsiteY3" fmla="*/ 232070 h 457200"/>
              <a:gd name="connsiteX4" fmla="*/ 1974900 w 2020970"/>
              <a:gd name="connsiteY4" fmla="*/ 411007 h 457200"/>
              <a:gd name="connsiteX5" fmla="*/ 2013012 w 2020970"/>
              <a:gd name="connsiteY5" fmla="*/ 457200 h 457200"/>
              <a:gd name="connsiteX6" fmla="*/ 0 w 2020970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0970" h="457200">
                <a:moveTo>
                  <a:pt x="0" y="0"/>
                </a:moveTo>
                <a:lnTo>
                  <a:pt x="2020970" y="0"/>
                </a:lnTo>
                <a:lnTo>
                  <a:pt x="2013980" y="5768"/>
                </a:lnTo>
                <a:cubicBezTo>
                  <a:pt x="1956064" y="63684"/>
                  <a:pt x="1920242" y="143694"/>
                  <a:pt x="1920242" y="232070"/>
                </a:cubicBezTo>
                <a:cubicBezTo>
                  <a:pt x="1920242" y="298352"/>
                  <a:pt x="1940392" y="359929"/>
                  <a:pt x="1974900" y="411007"/>
                </a:cubicBezTo>
                <a:lnTo>
                  <a:pt x="2013012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9" name="Bildplatzhalter 4"/>
          <p:cNvSpPr>
            <a:spLocks noGrp="1"/>
          </p:cNvSpPr>
          <p:nvPr>
            <p:ph type="pic" sz="quarter" idx="28"/>
          </p:nvPr>
        </p:nvSpPr>
        <p:spPr>
          <a:xfrm>
            <a:off x="2087796" y="3366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2651273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663787" y="1080000"/>
            <a:ext cx="6120211" cy="1692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2663787" y="2844000"/>
            <a:ext cx="6120211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6" name="Inhaltsplatzhalter 18"/>
          <p:cNvSpPr>
            <a:spLocks noGrp="1"/>
          </p:cNvSpPr>
          <p:nvPr>
            <p:ph sz="half" idx="29" hasCustomPrompt="1"/>
          </p:nvPr>
        </p:nvSpPr>
        <p:spPr>
          <a:xfrm>
            <a:off x="0" y="1656000"/>
            <a:ext cx="2520000" cy="540000"/>
          </a:xfrm>
          <a:custGeom>
            <a:avLst/>
            <a:gdLst>
              <a:gd name="connsiteX0" fmla="*/ 0 w 2560325"/>
              <a:gd name="connsiteY0" fmla="*/ 0 h 457200"/>
              <a:gd name="connsiteX1" fmla="*/ 2331725 w 2560325"/>
              <a:gd name="connsiteY1" fmla="*/ 0 h 457200"/>
              <a:gd name="connsiteX2" fmla="*/ 2337803 w 2560325"/>
              <a:gd name="connsiteY2" fmla="*/ 0 h 457200"/>
              <a:gd name="connsiteX3" fmla="*/ 2337051 w 2560325"/>
              <a:gd name="connsiteY3" fmla="*/ 537 h 457200"/>
              <a:gd name="connsiteX4" fmla="*/ 2377796 w 2560325"/>
              <a:gd name="connsiteY4" fmla="*/ 4644 h 457200"/>
              <a:gd name="connsiteX5" fmla="*/ 2560325 w 2560325"/>
              <a:gd name="connsiteY5" fmla="*/ 228600 h 457200"/>
              <a:gd name="connsiteX6" fmla="*/ 2331725 w 2560325"/>
              <a:gd name="connsiteY6" fmla="*/ 457200 h 457200"/>
              <a:gd name="connsiteX7" fmla="*/ 2328265 w 2560325"/>
              <a:gd name="connsiteY7" fmla="*/ 456851 h 457200"/>
              <a:gd name="connsiteX8" fmla="*/ 2328598 w 2560325"/>
              <a:gd name="connsiteY8" fmla="*/ 457200 h 457200"/>
              <a:gd name="connsiteX9" fmla="*/ 0 w 2560325"/>
              <a:gd name="connsiteY9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0325" h="457200">
                <a:moveTo>
                  <a:pt x="0" y="0"/>
                </a:moveTo>
                <a:lnTo>
                  <a:pt x="2331725" y="0"/>
                </a:lnTo>
                <a:lnTo>
                  <a:pt x="2337803" y="0"/>
                </a:lnTo>
                <a:lnTo>
                  <a:pt x="2337051" y="537"/>
                </a:lnTo>
                <a:lnTo>
                  <a:pt x="2377796" y="4644"/>
                </a:lnTo>
                <a:cubicBezTo>
                  <a:pt x="2481965" y="25961"/>
                  <a:pt x="2560325" y="118130"/>
                  <a:pt x="2560325" y="228600"/>
                </a:cubicBezTo>
                <a:cubicBezTo>
                  <a:pt x="2560325" y="354852"/>
                  <a:pt x="2457977" y="457200"/>
                  <a:pt x="2331725" y="457200"/>
                </a:cubicBezTo>
                <a:lnTo>
                  <a:pt x="2328265" y="456851"/>
                </a:lnTo>
                <a:lnTo>
                  <a:pt x="2328598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7" name="Inhaltsplatzhalter 22"/>
          <p:cNvSpPr>
            <a:spLocks noGrp="1"/>
          </p:cNvSpPr>
          <p:nvPr>
            <p:ph sz="half" idx="30" hasCustomPrompt="1"/>
          </p:nvPr>
        </p:nvSpPr>
        <p:spPr>
          <a:xfrm>
            <a:off x="0" y="3420000"/>
            <a:ext cx="2520000" cy="540000"/>
          </a:xfrm>
          <a:custGeom>
            <a:avLst/>
            <a:gdLst>
              <a:gd name="connsiteX0" fmla="*/ 0 w 2560325"/>
              <a:gd name="connsiteY0" fmla="*/ 0 h 457200"/>
              <a:gd name="connsiteX1" fmla="*/ 2331725 w 2560325"/>
              <a:gd name="connsiteY1" fmla="*/ 0 h 457200"/>
              <a:gd name="connsiteX2" fmla="*/ 2337803 w 2560325"/>
              <a:gd name="connsiteY2" fmla="*/ 0 h 457200"/>
              <a:gd name="connsiteX3" fmla="*/ 2337051 w 2560325"/>
              <a:gd name="connsiteY3" fmla="*/ 537 h 457200"/>
              <a:gd name="connsiteX4" fmla="*/ 2377796 w 2560325"/>
              <a:gd name="connsiteY4" fmla="*/ 4644 h 457200"/>
              <a:gd name="connsiteX5" fmla="*/ 2560325 w 2560325"/>
              <a:gd name="connsiteY5" fmla="*/ 228600 h 457200"/>
              <a:gd name="connsiteX6" fmla="*/ 2331725 w 2560325"/>
              <a:gd name="connsiteY6" fmla="*/ 457200 h 457200"/>
              <a:gd name="connsiteX7" fmla="*/ 2328265 w 2560325"/>
              <a:gd name="connsiteY7" fmla="*/ 456851 h 457200"/>
              <a:gd name="connsiteX8" fmla="*/ 2328598 w 2560325"/>
              <a:gd name="connsiteY8" fmla="*/ 457200 h 457200"/>
              <a:gd name="connsiteX9" fmla="*/ 0 w 2560325"/>
              <a:gd name="connsiteY9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0325" h="457200">
                <a:moveTo>
                  <a:pt x="0" y="0"/>
                </a:moveTo>
                <a:lnTo>
                  <a:pt x="2331725" y="0"/>
                </a:lnTo>
                <a:lnTo>
                  <a:pt x="2337803" y="0"/>
                </a:lnTo>
                <a:lnTo>
                  <a:pt x="2337051" y="537"/>
                </a:lnTo>
                <a:lnTo>
                  <a:pt x="2377796" y="4644"/>
                </a:lnTo>
                <a:cubicBezTo>
                  <a:pt x="2481965" y="25961"/>
                  <a:pt x="2560325" y="118130"/>
                  <a:pt x="2560325" y="228600"/>
                </a:cubicBezTo>
                <a:cubicBezTo>
                  <a:pt x="2560325" y="354852"/>
                  <a:pt x="2457977" y="457200"/>
                  <a:pt x="2331725" y="457200"/>
                </a:cubicBezTo>
                <a:lnTo>
                  <a:pt x="2328265" y="456851"/>
                </a:lnTo>
                <a:lnTo>
                  <a:pt x="2328598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89339186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663787" y="1080000"/>
            <a:ext cx="6120211" cy="1692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2843808" y="2844000"/>
            <a:ext cx="5940190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4" name="Inhaltsplatzhalter 18"/>
          <p:cNvSpPr>
            <a:spLocks noGrp="1"/>
          </p:cNvSpPr>
          <p:nvPr>
            <p:ph sz="half" idx="38" hasCustomPrompt="1"/>
          </p:nvPr>
        </p:nvSpPr>
        <p:spPr>
          <a:xfrm>
            <a:off x="0" y="1656000"/>
            <a:ext cx="2520000" cy="540000"/>
          </a:xfrm>
          <a:custGeom>
            <a:avLst/>
            <a:gdLst>
              <a:gd name="connsiteX0" fmla="*/ 0 w 2560325"/>
              <a:gd name="connsiteY0" fmla="*/ 0 h 457200"/>
              <a:gd name="connsiteX1" fmla="*/ 2331725 w 2560325"/>
              <a:gd name="connsiteY1" fmla="*/ 0 h 457200"/>
              <a:gd name="connsiteX2" fmla="*/ 2337803 w 2560325"/>
              <a:gd name="connsiteY2" fmla="*/ 0 h 457200"/>
              <a:gd name="connsiteX3" fmla="*/ 2337051 w 2560325"/>
              <a:gd name="connsiteY3" fmla="*/ 537 h 457200"/>
              <a:gd name="connsiteX4" fmla="*/ 2377796 w 2560325"/>
              <a:gd name="connsiteY4" fmla="*/ 4644 h 457200"/>
              <a:gd name="connsiteX5" fmla="*/ 2560325 w 2560325"/>
              <a:gd name="connsiteY5" fmla="*/ 228600 h 457200"/>
              <a:gd name="connsiteX6" fmla="*/ 2331725 w 2560325"/>
              <a:gd name="connsiteY6" fmla="*/ 457200 h 457200"/>
              <a:gd name="connsiteX7" fmla="*/ 2328265 w 2560325"/>
              <a:gd name="connsiteY7" fmla="*/ 456851 h 457200"/>
              <a:gd name="connsiteX8" fmla="*/ 2328598 w 2560325"/>
              <a:gd name="connsiteY8" fmla="*/ 457200 h 457200"/>
              <a:gd name="connsiteX9" fmla="*/ 0 w 2560325"/>
              <a:gd name="connsiteY9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0325" h="457200">
                <a:moveTo>
                  <a:pt x="0" y="0"/>
                </a:moveTo>
                <a:lnTo>
                  <a:pt x="2331725" y="0"/>
                </a:lnTo>
                <a:lnTo>
                  <a:pt x="2337803" y="0"/>
                </a:lnTo>
                <a:lnTo>
                  <a:pt x="2337051" y="537"/>
                </a:lnTo>
                <a:lnTo>
                  <a:pt x="2377796" y="4644"/>
                </a:lnTo>
                <a:cubicBezTo>
                  <a:pt x="2481965" y="25961"/>
                  <a:pt x="2560325" y="118130"/>
                  <a:pt x="2560325" y="228600"/>
                </a:cubicBezTo>
                <a:cubicBezTo>
                  <a:pt x="2560325" y="354852"/>
                  <a:pt x="2457977" y="457200"/>
                  <a:pt x="2331725" y="457200"/>
                </a:cubicBezTo>
                <a:lnTo>
                  <a:pt x="2328265" y="456851"/>
                </a:lnTo>
                <a:lnTo>
                  <a:pt x="2328598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5" name="Inhaltsplatzhalter 22"/>
          <p:cNvSpPr>
            <a:spLocks noGrp="1"/>
          </p:cNvSpPr>
          <p:nvPr>
            <p:ph sz="half" idx="39" hasCustomPrompt="1"/>
          </p:nvPr>
        </p:nvSpPr>
        <p:spPr>
          <a:xfrm>
            <a:off x="0" y="3420000"/>
            <a:ext cx="2736000" cy="540000"/>
          </a:xfrm>
          <a:custGeom>
            <a:avLst/>
            <a:gdLst>
              <a:gd name="connsiteX0" fmla="*/ 0 w 2560325"/>
              <a:gd name="connsiteY0" fmla="*/ 0 h 457200"/>
              <a:gd name="connsiteX1" fmla="*/ 2331725 w 2560325"/>
              <a:gd name="connsiteY1" fmla="*/ 0 h 457200"/>
              <a:gd name="connsiteX2" fmla="*/ 2337803 w 2560325"/>
              <a:gd name="connsiteY2" fmla="*/ 0 h 457200"/>
              <a:gd name="connsiteX3" fmla="*/ 2337051 w 2560325"/>
              <a:gd name="connsiteY3" fmla="*/ 537 h 457200"/>
              <a:gd name="connsiteX4" fmla="*/ 2377796 w 2560325"/>
              <a:gd name="connsiteY4" fmla="*/ 4644 h 457200"/>
              <a:gd name="connsiteX5" fmla="*/ 2560325 w 2560325"/>
              <a:gd name="connsiteY5" fmla="*/ 228600 h 457200"/>
              <a:gd name="connsiteX6" fmla="*/ 2331725 w 2560325"/>
              <a:gd name="connsiteY6" fmla="*/ 457200 h 457200"/>
              <a:gd name="connsiteX7" fmla="*/ 2328265 w 2560325"/>
              <a:gd name="connsiteY7" fmla="*/ 456851 h 457200"/>
              <a:gd name="connsiteX8" fmla="*/ 2328598 w 2560325"/>
              <a:gd name="connsiteY8" fmla="*/ 457200 h 457200"/>
              <a:gd name="connsiteX9" fmla="*/ 0 w 2560325"/>
              <a:gd name="connsiteY9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0325" h="457200">
                <a:moveTo>
                  <a:pt x="0" y="0"/>
                </a:moveTo>
                <a:lnTo>
                  <a:pt x="2331725" y="0"/>
                </a:lnTo>
                <a:lnTo>
                  <a:pt x="2337803" y="0"/>
                </a:lnTo>
                <a:lnTo>
                  <a:pt x="2337051" y="537"/>
                </a:lnTo>
                <a:lnTo>
                  <a:pt x="2377796" y="4644"/>
                </a:lnTo>
                <a:cubicBezTo>
                  <a:pt x="2481965" y="25961"/>
                  <a:pt x="2560325" y="118130"/>
                  <a:pt x="2560325" y="228600"/>
                </a:cubicBezTo>
                <a:cubicBezTo>
                  <a:pt x="2560325" y="354852"/>
                  <a:pt x="2457977" y="457200"/>
                  <a:pt x="2331725" y="457200"/>
                </a:cubicBezTo>
                <a:lnTo>
                  <a:pt x="2328265" y="456851"/>
                </a:lnTo>
                <a:lnTo>
                  <a:pt x="2328598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5691910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663789" y="1080000"/>
            <a:ext cx="6120210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2663789" y="3420000"/>
            <a:ext cx="6120209" cy="1116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3" hasCustomPrompt="1"/>
          </p:nvPr>
        </p:nvSpPr>
        <p:spPr>
          <a:xfrm>
            <a:off x="2663788" y="2250000"/>
            <a:ext cx="6120210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1" name="Inhaltsplatzhalter 49"/>
          <p:cNvSpPr>
            <a:spLocks noGrp="1"/>
          </p:cNvSpPr>
          <p:nvPr>
            <p:ph sz="half" idx="1" hasCustomPrompt="1"/>
          </p:nvPr>
        </p:nvSpPr>
        <p:spPr>
          <a:xfrm>
            <a:off x="0" y="1404000"/>
            <a:ext cx="1944000" cy="468000"/>
          </a:xfrm>
          <a:custGeom>
            <a:avLst/>
            <a:gdLst>
              <a:gd name="connsiteX0" fmla="*/ 0 w 2020970"/>
              <a:gd name="connsiteY0" fmla="*/ 0 h 457200"/>
              <a:gd name="connsiteX1" fmla="*/ 2020970 w 2020970"/>
              <a:gd name="connsiteY1" fmla="*/ 0 h 457200"/>
              <a:gd name="connsiteX2" fmla="*/ 2013980 w 2020970"/>
              <a:gd name="connsiteY2" fmla="*/ 5768 h 457200"/>
              <a:gd name="connsiteX3" fmla="*/ 1920242 w 2020970"/>
              <a:gd name="connsiteY3" fmla="*/ 232070 h 457200"/>
              <a:gd name="connsiteX4" fmla="*/ 1974900 w 2020970"/>
              <a:gd name="connsiteY4" fmla="*/ 411007 h 457200"/>
              <a:gd name="connsiteX5" fmla="*/ 2013012 w 2020970"/>
              <a:gd name="connsiteY5" fmla="*/ 457200 h 457200"/>
              <a:gd name="connsiteX6" fmla="*/ 0 w 2020970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0970" h="457200">
                <a:moveTo>
                  <a:pt x="0" y="0"/>
                </a:moveTo>
                <a:lnTo>
                  <a:pt x="2020970" y="0"/>
                </a:lnTo>
                <a:lnTo>
                  <a:pt x="2013980" y="5768"/>
                </a:lnTo>
                <a:cubicBezTo>
                  <a:pt x="1956064" y="63684"/>
                  <a:pt x="1920242" y="143694"/>
                  <a:pt x="1920242" y="232070"/>
                </a:cubicBezTo>
                <a:cubicBezTo>
                  <a:pt x="1920242" y="298352"/>
                  <a:pt x="1940392" y="359929"/>
                  <a:pt x="1974900" y="411007"/>
                </a:cubicBezTo>
                <a:lnTo>
                  <a:pt x="2013012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Bildplatzhalter 4"/>
          <p:cNvSpPr>
            <a:spLocks noGrp="1"/>
          </p:cNvSpPr>
          <p:nvPr>
            <p:ph type="pic" sz="quarter" idx="24"/>
          </p:nvPr>
        </p:nvSpPr>
        <p:spPr>
          <a:xfrm>
            <a:off x="1908000" y="1314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  <p:sp>
        <p:nvSpPr>
          <p:cNvPr id="15" name="Inhaltsplatzhalter 52"/>
          <p:cNvSpPr>
            <a:spLocks noGrp="1"/>
          </p:cNvSpPr>
          <p:nvPr>
            <p:ph sz="half" idx="29" hasCustomPrompt="1"/>
          </p:nvPr>
        </p:nvSpPr>
        <p:spPr>
          <a:xfrm>
            <a:off x="0" y="2574000"/>
            <a:ext cx="1944000" cy="468000"/>
          </a:xfrm>
          <a:custGeom>
            <a:avLst/>
            <a:gdLst>
              <a:gd name="connsiteX0" fmla="*/ 0 w 2199645"/>
              <a:gd name="connsiteY0" fmla="*/ 0 h 457200"/>
              <a:gd name="connsiteX1" fmla="*/ 2199645 w 2199645"/>
              <a:gd name="connsiteY1" fmla="*/ 0 h 457200"/>
              <a:gd name="connsiteX2" fmla="*/ 2196860 w 2199645"/>
              <a:gd name="connsiteY2" fmla="*/ 2298 h 457200"/>
              <a:gd name="connsiteX3" fmla="*/ 2103122 w 2199645"/>
              <a:gd name="connsiteY3" fmla="*/ 228600 h 457200"/>
              <a:gd name="connsiteX4" fmla="*/ 2196860 w 2199645"/>
              <a:gd name="connsiteY4" fmla="*/ 454902 h 457200"/>
              <a:gd name="connsiteX5" fmla="*/ 2199645 w 2199645"/>
              <a:gd name="connsiteY5" fmla="*/ 457200 h 457200"/>
              <a:gd name="connsiteX6" fmla="*/ 0 w 2199645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99645" h="457200">
                <a:moveTo>
                  <a:pt x="0" y="0"/>
                </a:moveTo>
                <a:lnTo>
                  <a:pt x="2199645" y="0"/>
                </a:lnTo>
                <a:lnTo>
                  <a:pt x="2196860" y="2298"/>
                </a:lnTo>
                <a:cubicBezTo>
                  <a:pt x="2138944" y="60214"/>
                  <a:pt x="2103122" y="140224"/>
                  <a:pt x="2103122" y="228600"/>
                </a:cubicBezTo>
                <a:cubicBezTo>
                  <a:pt x="2103122" y="316977"/>
                  <a:pt x="2138944" y="396987"/>
                  <a:pt x="2196860" y="454902"/>
                </a:cubicBezTo>
                <a:lnTo>
                  <a:pt x="2199645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6" name="Inhaltsplatzhalter 55"/>
          <p:cNvSpPr>
            <a:spLocks noGrp="1"/>
          </p:cNvSpPr>
          <p:nvPr>
            <p:ph sz="half" idx="31" hasCustomPrompt="1"/>
          </p:nvPr>
        </p:nvSpPr>
        <p:spPr>
          <a:xfrm>
            <a:off x="0" y="3744000"/>
            <a:ext cx="1944000" cy="468000"/>
          </a:xfrm>
          <a:custGeom>
            <a:avLst/>
            <a:gdLst>
              <a:gd name="connsiteX0" fmla="*/ 0 w 2382522"/>
              <a:gd name="connsiteY0" fmla="*/ 0 h 457200"/>
              <a:gd name="connsiteX1" fmla="*/ 2382522 w 2382522"/>
              <a:gd name="connsiteY1" fmla="*/ 0 h 457200"/>
              <a:gd name="connsiteX2" fmla="*/ 2379738 w 2382522"/>
              <a:gd name="connsiteY2" fmla="*/ 2298 h 457200"/>
              <a:gd name="connsiteX3" fmla="*/ 2286000 w 2382522"/>
              <a:gd name="connsiteY3" fmla="*/ 228600 h 457200"/>
              <a:gd name="connsiteX4" fmla="*/ 2379738 w 2382522"/>
              <a:gd name="connsiteY4" fmla="*/ 454903 h 457200"/>
              <a:gd name="connsiteX5" fmla="*/ 2382522 w 2382522"/>
              <a:gd name="connsiteY5" fmla="*/ 457200 h 457200"/>
              <a:gd name="connsiteX6" fmla="*/ 0 w 2382522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82522" h="457200">
                <a:moveTo>
                  <a:pt x="0" y="0"/>
                </a:moveTo>
                <a:lnTo>
                  <a:pt x="2382522" y="0"/>
                </a:lnTo>
                <a:lnTo>
                  <a:pt x="2379738" y="2298"/>
                </a:lnTo>
                <a:cubicBezTo>
                  <a:pt x="2321822" y="60214"/>
                  <a:pt x="2286000" y="140224"/>
                  <a:pt x="2286000" y="228600"/>
                </a:cubicBezTo>
                <a:cubicBezTo>
                  <a:pt x="2286000" y="316977"/>
                  <a:pt x="2321822" y="396987"/>
                  <a:pt x="2379738" y="454903"/>
                </a:cubicBezTo>
                <a:lnTo>
                  <a:pt x="2382522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7" name="Bildplatzhalter 4"/>
          <p:cNvSpPr>
            <a:spLocks noGrp="1"/>
          </p:cNvSpPr>
          <p:nvPr>
            <p:ph type="pic" sz="quarter" idx="37"/>
          </p:nvPr>
        </p:nvSpPr>
        <p:spPr>
          <a:xfrm>
            <a:off x="1908000" y="2484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  <p:sp>
        <p:nvSpPr>
          <p:cNvPr id="18" name="Bildplatzhalter 4"/>
          <p:cNvSpPr>
            <a:spLocks noGrp="1"/>
          </p:cNvSpPr>
          <p:nvPr>
            <p:ph type="pic" sz="quarter" idx="38"/>
          </p:nvPr>
        </p:nvSpPr>
        <p:spPr>
          <a:xfrm>
            <a:off x="1908000" y="3654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32297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663789" y="1080000"/>
            <a:ext cx="6120210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3023828" y="3420000"/>
            <a:ext cx="5760170" cy="1116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3" hasCustomPrompt="1"/>
          </p:nvPr>
        </p:nvSpPr>
        <p:spPr>
          <a:xfrm>
            <a:off x="2843808" y="2250000"/>
            <a:ext cx="5940190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9" name="Inhaltsplatzhalter 49"/>
          <p:cNvSpPr>
            <a:spLocks noGrp="1"/>
          </p:cNvSpPr>
          <p:nvPr>
            <p:ph sz="half" idx="1" hasCustomPrompt="1"/>
          </p:nvPr>
        </p:nvSpPr>
        <p:spPr>
          <a:xfrm>
            <a:off x="0" y="1404000"/>
            <a:ext cx="1944000" cy="468000"/>
          </a:xfrm>
          <a:custGeom>
            <a:avLst/>
            <a:gdLst>
              <a:gd name="connsiteX0" fmla="*/ 0 w 2020970"/>
              <a:gd name="connsiteY0" fmla="*/ 0 h 457200"/>
              <a:gd name="connsiteX1" fmla="*/ 2020970 w 2020970"/>
              <a:gd name="connsiteY1" fmla="*/ 0 h 457200"/>
              <a:gd name="connsiteX2" fmla="*/ 2013980 w 2020970"/>
              <a:gd name="connsiteY2" fmla="*/ 5768 h 457200"/>
              <a:gd name="connsiteX3" fmla="*/ 1920242 w 2020970"/>
              <a:gd name="connsiteY3" fmla="*/ 232070 h 457200"/>
              <a:gd name="connsiteX4" fmla="*/ 1974900 w 2020970"/>
              <a:gd name="connsiteY4" fmla="*/ 411007 h 457200"/>
              <a:gd name="connsiteX5" fmla="*/ 2013012 w 2020970"/>
              <a:gd name="connsiteY5" fmla="*/ 457200 h 457200"/>
              <a:gd name="connsiteX6" fmla="*/ 0 w 2020970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0970" h="457200">
                <a:moveTo>
                  <a:pt x="0" y="0"/>
                </a:moveTo>
                <a:lnTo>
                  <a:pt x="2020970" y="0"/>
                </a:lnTo>
                <a:lnTo>
                  <a:pt x="2013980" y="5768"/>
                </a:lnTo>
                <a:cubicBezTo>
                  <a:pt x="1956064" y="63684"/>
                  <a:pt x="1920242" y="143694"/>
                  <a:pt x="1920242" y="232070"/>
                </a:cubicBezTo>
                <a:cubicBezTo>
                  <a:pt x="1920242" y="298352"/>
                  <a:pt x="1940392" y="359929"/>
                  <a:pt x="1974900" y="411007"/>
                </a:cubicBezTo>
                <a:lnTo>
                  <a:pt x="2013012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0" name="Bildplatzhalter 4"/>
          <p:cNvSpPr>
            <a:spLocks noGrp="1"/>
          </p:cNvSpPr>
          <p:nvPr>
            <p:ph type="pic" sz="quarter" idx="24"/>
          </p:nvPr>
        </p:nvSpPr>
        <p:spPr>
          <a:xfrm>
            <a:off x="1908000" y="1314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  <p:sp>
        <p:nvSpPr>
          <p:cNvPr id="22" name="Inhaltsplatzhalter 52"/>
          <p:cNvSpPr>
            <a:spLocks noGrp="1"/>
          </p:cNvSpPr>
          <p:nvPr>
            <p:ph sz="half" idx="29" hasCustomPrompt="1"/>
          </p:nvPr>
        </p:nvSpPr>
        <p:spPr>
          <a:xfrm>
            <a:off x="0" y="2574000"/>
            <a:ext cx="2124000" cy="468000"/>
          </a:xfrm>
          <a:custGeom>
            <a:avLst/>
            <a:gdLst>
              <a:gd name="connsiteX0" fmla="*/ 0 w 2199645"/>
              <a:gd name="connsiteY0" fmla="*/ 0 h 457200"/>
              <a:gd name="connsiteX1" fmla="*/ 2199645 w 2199645"/>
              <a:gd name="connsiteY1" fmla="*/ 0 h 457200"/>
              <a:gd name="connsiteX2" fmla="*/ 2196860 w 2199645"/>
              <a:gd name="connsiteY2" fmla="*/ 2298 h 457200"/>
              <a:gd name="connsiteX3" fmla="*/ 2103122 w 2199645"/>
              <a:gd name="connsiteY3" fmla="*/ 228600 h 457200"/>
              <a:gd name="connsiteX4" fmla="*/ 2196860 w 2199645"/>
              <a:gd name="connsiteY4" fmla="*/ 454902 h 457200"/>
              <a:gd name="connsiteX5" fmla="*/ 2199645 w 2199645"/>
              <a:gd name="connsiteY5" fmla="*/ 457200 h 457200"/>
              <a:gd name="connsiteX6" fmla="*/ 0 w 2199645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99645" h="457200">
                <a:moveTo>
                  <a:pt x="0" y="0"/>
                </a:moveTo>
                <a:lnTo>
                  <a:pt x="2199645" y="0"/>
                </a:lnTo>
                <a:lnTo>
                  <a:pt x="2196860" y="2298"/>
                </a:lnTo>
                <a:cubicBezTo>
                  <a:pt x="2138944" y="60214"/>
                  <a:pt x="2103122" y="140224"/>
                  <a:pt x="2103122" y="228600"/>
                </a:cubicBezTo>
                <a:cubicBezTo>
                  <a:pt x="2103122" y="316977"/>
                  <a:pt x="2138944" y="396987"/>
                  <a:pt x="2196860" y="454902"/>
                </a:cubicBezTo>
                <a:lnTo>
                  <a:pt x="2199645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3" name="Inhaltsplatzhalter 55"/>
          <p:cNvSpPr>
            <a:spLocks noGrp="1"/>
          </p:cNvSpPr>
          <p:nvPr>
            <p:ph sz="half" idx="31" hasCustomPrompt="1"/>
          </p:nvPr>
        </p:nvSpPr>
        <p:spPr>
          <a:xfrm>
            <a:off x="0" y="3744000"/>
            <a:ext cx="2304000" cy="468000"/>
          </a:xfrm>
          <a:custGeom>
            <a:avLst/>
            <a:gdLst>
              <a:gd name="connsiteX0" fmla="*/ 0 w 2382522"/>
              <a:gd name="connsiteY0" fmla="*/ 0 h 457200"/>
              <a:gd name="connsiteX1" fmla="*/ 2382522 w 2382522"/>
              <a:gd name="connsiteY1" fmla="*/ 0 h 457200"/>
              <a:gd name="connsiteX2" fmla="*/ 2379738 w 2382522"/>
              <a:gd name="connsiteY2" fmla="*/ 2298 h 457200"/>
              <a:gd name="connsiteX3" fmla="*/ 2286000 w 2382522"/>
              <a:gd name="connsiteY3" fmla="*/ 228600 h 457200"/>
              <a:gd name="connsiteX4" fmla="*/ 2379738 w 2382522"/>
              <a:gd name="connsiteY4" fmla="*/ 454903 h 457200"/>
              <a:gd name="connsiteX5" fmla="*/ 2382522 w 2382522"/>
              <a:gd name="connsiteY5" fmla="*/ 457200 h 457200"/>
              <a:gd name="connsiteX6" fmla="*/ 0 w 2382522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82522" h="457200">
                <a:moveTo>
                  <a:pt x="0" y="0"/>
                </a:moveTo>
                <a:lnTo>
                  <a:pt x="2382522" y="0"/>
                </a:lnTo>
                <a:lnTo>
                  <a:pt x="2379738" y="2298"/>
                </a:lnTo>
                <a:cubicBezTo>
                  <a:pt x="2321822" y="60214"/>
                  <a:pt x="2286000" y="140224"/>
                  <a:pt x="2286000" y="228600"/>
                </a:cubicBezTo>
                <a:cubicBezTo>
                  <a:pt x="2286000" y="316977"/>
                  <a:pt x="2321822" y="396987"/>
                  <a:pt x="2379738" y="454903"/>
                </a:cubicBezTo>
                <a:lnTo>
                  <a:pt x="2382522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4" name="Bildplatzhalter 4"/>
          <p:cNvSpPr>
            <a:spLocks noGrp="1"/>
          </p:cNvSpPr>
          <p:nvPr>
            <p:ph type="pic" sz="quarter" idx="32"/>
          </p:nvPr>
        </p:nvSpPr>
        <p:spPr>
          <a:xfrm>
            <a:off x="2088000" y="2484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  <p:sp>
        <p:nvSpPr>
          <p:cNvPr id="25" name="Bildplatzhalter 4"/>
          <p:cNvSpPr>
            <a:spLocks noGrp="1"/>
          </p:cNvSpPr>
          <p:nvPr>
            <p:ph type="pic" sz="quarter" idx="33"/>
          </p:nvPr>
        </p:nvSpPr>
        <p:spPr>
          <a:xfrm>
            <a:off x="2268000" y="3654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882174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663789" y="1080000"/>
            <a:ext cx="6120210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2663789" y="3420000"/>
            <a:ext cx="6120209" cy="1116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3" hasCustomPrompt="1"/>
          </p:nvPr>
        </p:nvSpPr>
        <p:spPr>
          <a:xfrm>
            <a:off x="2663788" y="2250000"/>
            <a:ext cx="6120210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9" name="Inhaltsplatzhalter 23"/>
          <p:cNvSpPr>
            <a:spLocks noGrp="1"/>
          </p:cNvSpPr>
          <p:nvPr>
            <p:ph sz="half" idx="31" hasCustomPrompt="1"/>
          </p:nvPr>
        </p:nvSpPr>
        <p:spPr>
          <a:xfrm>
            <a:off x="0" y="3708000"/>
            <a:ext cx="2520000" cy="540000"/>
          </a:xfrm>
          <a:custGeom>
            <a:avLst/>
            <a:gdLst>
              <a:gd name="connsiteX0" fmla="*/ 365762 w 2926087"/>
              <a:gd name="connsiteY0" fmla="*/ 0 h 458160"/>
              <a:gd name="connsiteX1" fmla="*/ 2697487 w 2926087"/>
              <a:gd name="connsiteY1" fmla="*/ 0 h 458160"/>
              <a:gd name="connsiteX2" fmla="*/ 2703565 w 2926087"/>
              <a:gd name="connsiteY2" fmla="*/ 0 h 458160"/>
              <a:gd name="connsiteX3" fmla="*/ 2702813 w 2926087"/>
              <a:gd name="connsiteY3" fmla="*/ 537 h 458160"/>
              <a:gd name="connsiteX4" fmla="*/ 2743558 w 2926087"/>
              <a:gd name="connsiteY4" fmla="*/ 4644 h 458160"/>
              <a:gd name="connsiteX5" fmla="*/ 2926087 w 2926087"/>
              <a:gd name="connsiteY5" fmla="*/ 228600 h 458160"/>
              <a:gd name="connsiteX6" fmla="*/ 2697487 w 2926087"/>
              <a:gd name="connsiteY6" fmla="*/ 457200 h 458160"/>
              <a:gd name="connsiteX7" fmla="*/ 2694027 w 2926087"/>
              <a:gd name="connsiteY7" fmla="*/ 456851 h 458160"/>
              <a:gd name="connsiteX8" fmla="*/ 2694360 w 2926087"/>
              <a:gd name="connsiteY8" fmla="*/ 457200 h 458160"/>
              <a:gd name="connsiteX9" fmla="*/ 2330584 w 2926087"/>
              <a:gd name="connsiteY9" fmla="*/ 457200 h 458160"/>
              <a:gd name="connsiteX10" fmla="*/ 2331720 w 2926087"/>
              <a:gd name="connsiteY10" fmla="*/ 458160 h 458160"/>
              <a:gd name="connsiteX11" fmla="*/ 182880 w 2926087"/>
              <a:gd name="connsiteY11" fmla="*/ 458160 h 458160"/>
              <a:gd name="connsiteX12" fmla="*/ 0 w 2926087"/>
              <a:gd name="connsiteY12" fmla="*/ 458160 h 458160"/>
              <a:gd name="connsiteX13" fmla="*/ 0 w 2926087"/>
              <a:gd name="connsiteY13" fmla="*/ 960 h 458160"/>
              <a:gd name="connsiteX14" fmla="*/ 182880 w 2926087"/>
              <a:gd name="connsiteY14" fmla="*/ 960 h 458160"/>
              <a:gd name="connsiteX15" fmla="*/ 365762 w 2926087"/>
              <a:gd name="connsiteY15" fmla="*/ 960 h 458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926087" h="458160">
                <a:moveTo>
                  <a:pt x="365762" y="0"/>
                </a:moveTo>
                <a:lnTo>
                  <a:pt x="2697487" y="0"/>
                </a:lnTo>
                <a:lnTo>
                  <a:pt x="2703565" y="0"/>
                </a:lnTo>
                <a:lnTo>
                  <a:pt x="2702813" y="537"/>
                </a:lnTo>
                <a:lnTo>
                  <a:pt x="2743558" y="4644"/>
                </a:lnTo>
                <a:cubicBezTo>
                  <a:pt x="2847727" y="25961"/>
                  <a:pt x="2926087" y="118130"/>
                  <a:pt x="2926087" y="228600"/>
                </a:cubicBezTo>
                <a:cubicBezTo>
                  <a:pt x="2926087" y="354852"/>
                  <a:pt x="2823739" y="457200"/>
                  <a:pt x="2697487" y="457200"/>
                </a:cubicBezTo>
                <a:lnTo>
                  <a:pt x="2694027" y="456851"/>
                </a:lnTo>
                <a:lnTo>
                  <a:pt x="2694360" y="457200"/>
                </a:lnTo>
                <a:lnTo>
                  <a:pt x="2330584" y="457200"/>
                </a:lnTo>
                <a:lnTo>
                  <a:pt x="2331720" y="458160"/>
                </a:lnTo>
                <a:lnTo>
                  <a:pt x="182880" y="458160"/>
                </a:lnTo>
                <a:lnTo>
                  <a:pt x="0" y="458160"/>
                </a:lnTo>
                <a:lnTo>
                  <a:pt x="0" y="960"/>
                </a:lnTo>
                <a:lnTo>
                  <a:pt x="182880" y="960"/>
                </a:lnTo>
                <a:lnTo>
                  <a:pt x="365762" y="96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0" name="Inhaltsplatzhalter 17"/>
          <p:cNvSpPr>
            <a:spLocks noGrp="1"/>
          </p:cNvSpPr>
          <p:nvPr>
            <p:ph sz="half" idx="37" hasCustomPrompt="1"/>
          </p:nvPr>
        </p:nvSpPr>
        <p:spPr>
          <a:xfrm>
            <a:off x="0" y="2538000"/>
            <a:ext cx="2520000" cy="540000"/>
          </a:xfrm>
          <a:custGeom>
            <a:avLst/>
            <a:gdLst>
              <a:gd name="connsiteX0" fmla="*/ 182882 w 2743207"/>
              <a:gd name="connsiteY0" fmla="*/ 0 h 458160"/>
              <a:gd name="connsiteX1" fmla="*/ 2514607 w 2743207"/>
              <a:gd name="connsiteY1" fmla="*/ 0 h 458160"/>
              <a:gd name="connsiteX2" fmla="*/ 2520685 w 2743207"/>
              <a:gd name="connsiteY2" fmla="*/ 0 h 458160"/>
              <a:gd name="connsiteX3" fmla="*/ 2519933 w 2743207"/>
              <a:gd name="connsiteY3" fmla="*/ 537 h 458160"/>
              <a:gd name="connsiteX4" fmla="*/ 2560678 w 2743207"/>
              <a:gd name="connsiteY4" fmla="*/ 4644 h 458160"/>
              <a:gd name="connsiteX5" fmla="*/ 2743207 w 2743207"/>
              <a:gd name="connsiteY5" fmla="*/ 228600 h 458160"/>
              <a:gd name="connsiteX6" fmla="*/ 2514607 w 2743207"/>
              <a:gd name="connsiteY6" fmla="*/ 457200 h 458160"/>
              <a:gd name="connsiteX7" fmla="*/ 2511147 w 2743207"/>
              <a:gd name="connsiteY7" fmla="*/ 456851 h 458160"/>
              <a:gd name="connsiteX8" fmla="*/ 2511480 w 2743207"/>
              <a:gd name="connsiteY8" fmla="*/ 457200 h 458160"/>
              <a:gd name="connsiteX9" fmla="*/ 2147704 w 2743207"/>
              <a:gd name="connsiteY9" fmla="*/ 457200 h 458160"/>
              <a:gd name="connsiteX10" fmla="*/ 2148840 w 2743207"/>
              <a:gd name="connsiteY10" fmla="*/ 458160 h 458160"/>
              <a:gd name="connsiteX11" fmla="*/ 0 w 2743207"/>
              <a:gd name="connsiteY11" fmla="*/ 458160 h 458160"/>
              <a:gd name="connsiteX12" fmla="*/ 0 w 2743207"/>
              <a:gd name="connsiteY12" fmla="*/ 960 h 458160"/>
              <a:gd name="connsiteX13" fmla="*/ 182882 w 2743207"/>
              <a:gd name="connsiteY13" fmla="*/ 960 h 458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743207" h="458160">
                <a:moveTo>
                  <a:pt x="182882" y="0"/>
                </a:moveTo>
                <a:lnTo>
                  <a:pt x="2514607" y="0"/>
                </a:lnTo>
                <a:lnTo>
                  <a:pt x="2520685" y="0"/>
                </a:lnTo>
                <a:lnTo>
                  <a:pt x="2519933" y="537"/>
                </a:lnTo>
                <a:lnTo>
                  <a:pt x="2560678" y="4644"/>
                </a:lnTo>
                <a:cubicBezTo>
                  <a:pt x="2664847" y="25961"/>
                  <a:pt x="2743207" y="118130"/>
                  <a:pt x="2743207" y="228600"/>
                </a:cubicBezTo>
                <a:cubicBezTo>
                  <a:pt x="2743207" y="354852"/>
                  <a:pt x="2640859" y="457200"/>
                  <a:pt x="2514607" y="457200"/>
                </a:cubicBezTo>
                <a:lnTo>
                  <a:pt x="2511147" y="456851"/>
                </a:lnTo>
                <a:lnTo>
                  <a:pt x="2511480" y="457200"/>
                </a:lnTo>
                <a:lnTo>
                  <a:pt x="2147704" y="457200"/>
                </a:lnTo>
                <a:lnTo>
                  <a:pt x="2148840" y="458160"/>
                </a:lnTo>
                <a:lnTo>
                  <a:pt x="0" y="458160"/>
                </a:lnTo>
                <a:lnTo>
                  <a:pt x="0" y="960"/>
                </a:lnTo>
                <a:lnTo>
                  <a:pt x="182882" y="96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2" name="Inhaltsplatzhalter 18"/>
          <p:cNvSpPr>
            <a:spLocks noGrp="1"/>
          </p:cNvSpPr>
          <p:nvPr>
            <p:ph sz="half" idx="29" hasCustomPrompt="1"/>
          </p:nvPr>
        </p:nvSpPr>
        <p:spPr>
          <a:xfrm>
            <a:off x="0" y="1368000"/>
            <a:ext cx="2520000" cy="540000"/>
          </a:xfrm>
          <a:custGeom>
            <a:avLst/>
            <a:gdLst>
              <a:gd name="connsiteX0" fmla="*/ 0 w 2560325"/>
              <a:gd name="connsiteY0" fmla="*/ 0 h 457200"/>
              <a:gd name="connsiteX1" fmla="*/ 2331725 w 2560325"/>
              <a:gd name="connsiteY1" fmla="*/ 0 h 457200"/>
              <a:gd name="connsiteX2" fmla="*/ 2337803 w 2560325"/>
              <a:gd name="connsiteY2" fmla="*/ 0 h 457200"/>
              <a:gd name="connsiteX3" fmla="*/ 2337051 w 2560325"/>
              <a:gd name="connsiteY3" fmla="*/ 537 h 457200"/>
              <a:gd name="connsiteX4" fmla="*/ 2377796 w 2560325"/>
              <a:gd name="connsiteY4" fmla="*/ 4644 h 457200"/>
              <a:gd name="connsiteX5" fmla="*/ 2560325 w 2560325"/>
              <a:gd name="connsiteY5" fmla="*/ 228600 h 457200"/>
              <a:gd name="connsiteX6" fmla="*/ 2331725 w 2560325"/>
              <a:gd name="connsiteY6" fmla="*/ 457200 h 457200"/>
              <a:gd name="connsiteX7" fmla="*/ 2328265 w 2560325"/>
              <a:gd name="connsiteY7" fmla="*/ 456851 h 457200"/>
              <a:gd name="connsiteX8" fmla="*/ 2328598 w 2560325"/>
              <a:gd name="connsiteY8" fmla="*/ 457200 h 457200"/>
              <a:gd name="connsiteX9" fmla="*/ 0 w 2560325"/>
              <a:gd name="connsiteY9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0325" h="457200">
                <a:moveTo>
                  <a:pt x="0" y="0"/>
                </a:moveTo>
                <a:lnTo>
                  <a:pt x="2331725" y="0"/>
                </a:lnTo>
                <a:lnTo>
                  <a:pt x="2337803" y="0"/>
                </a:lnTo>
                <a:lnTo>
                  <a:pt x="2337051" y="537"/>
                </a:lnTo>
                <a:lnTo>
                  <a:pt x="2377796" y="4644"/>
                </a:lnTo>
                <a:cubicBezTo>
                  <a:pt x="2481965" y="25961"/>
                  <a:pt x="2560325" y="118130"/>
                  <a:pt x="2560325" y="228600"/>
                </a:cubicBezTo>
                <a:cubicBezTo>
                  <a:pt x="2560325" y="354852"/>
                  <a:pt x="2457977" y="457200"/>
                  <a:pt x="2331725" y="457200"/>
                </a:cubicBezTo>
                <a:lnTo>
                  <a:pt x="2328265" y="456851"/>
                </a:lnTo>
                <a:lnTo>
                  <a:pt x="2328598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710257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663789" y="1080000"/>
            <a:ext cx="6120210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3023828" y="3420000"/>
            <a:ext cx="5760170" cy="1116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3" hasCustomPrompt="1"/>
          </p:nvPr>
        </p:nvSpPr>
        <p:spPr>
          <a:xfrm>
            <a:off x="2843808" y="2250000"/>
            <a:ext cx="5940190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6" name="Inhaltsplatzhalter 23"/>
          <p:cNvSpPr>
            <a:spLocks noGrp="1"/>
          </p:cNvSpPr>
          <p:nvPr>
            <p:ph sz="half" idx="31" hasCustomPrompt="1"/>
          </p:nvPr>
        </p:nvSpPr>
        <p:spPr>
          <a:xfrm>
            <a:off x="0" y="3708000"/>
            <a:ext cx="2880000" cy="540000"/>
          </a:xfrm>
          <a:custGeom>
            <a:avLst/>
            <a:gdLst>
              <a:gd name="connsiteX0" fmla="*/ 365762 w 2926087"/>
              <a:gd name="connsiteY0" fmla="*/ 0 h 458160"/>
              <a:gd name="connsiteX1" fmla="*/ 2697487 w 2926087"/>
              <a:gd name="connsiteY1" fmla="*/ 0 h 458160"/>
              <a:gd name="connsiteX2" fmla="*/ 2703565 w 2926087"/>
              <a:gd name="connsiteY2" fmla="*/ 0 h 458160"/>
              <a:gd name="connsiteX3" fmla="*/ 2702813 w 2926087"/>
              <a:gd name="connsiteY3" fmla="*/ 537 h 458160"/>
              <a:gd name="connsiteX4" fmla="*/ 2743558 w 2926087"/>
              <a:gd name="connsiteY4" fmla="*/ 4644 h 458160"/>
              <a:gd name="connsiteX5" fmla="*/ 2926087 w 2926087"/>
              <a:gd name="connsiteY5" fmla="*/ 228600 h 458160"/>
              <a:gd name="connsiteX6" fmla="*/ 2697487 w 2926087"/>
              <a:gd name="connsiteY6" fmla="*/ 457200 h 458160"/>
              <a:gd name="connsiteX7" fmla="*/ 2694027 w 2926087"/>
              <a:gd name="connsiteY7" fmla="*/ 456851 h 458160"/>
              <a:gd name="connsiteX8" fmla="*/ 2694360 w 2926087"/>
              <a:gd name="connsiteY8" fmla="*/ 457200 h 458160"/>
              <a:gd name="connsiteX9" fmla="*/ 2330584 w 2926087"/>
              <a:gd name="connsiteY9" fmla="*/ 457200 h 458160"/>
              <a:gd name="connsiteX10" fmla="*/ 2331720 w 2926087"/>
              <a:gd name="connsiteY10" fmla="*/ 458160 h 458160"/>
              <a:gd name="connsiteX11" fmla="*/ 182880 w 2926087"/>
              <a:gd name="connsiteY11" fmla="*/ 458160 h 458160"/>
              <a:gd name="connsiteX12" fmla="*/ 0 w 2926087"/>
              <a:gd name="connsiteY12" fmla="*/ 458160 h 458160"/>
              <a:gd name="connsiteX13" fmla="*/ 0 w 2926087"/>
              <a:gd name="connsiteY13" fmla="*/ 960 h 458160"/>
              <a:gd name="connsiteX14" fmla="*/ 182880 w 2926087"/>
              <a:gd name="connsiteY14" fmla="*/ 960 h 458160"/>
              <a:gd name="connsiteX15" fmla="*/ 365762 w 2926087"/>
              <a:gd name="connsiteY15" fmla="*/ 960 h 458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926087" h="458160">
                <a:moveTo>
                  <a:pt x="365762" y="0"/>
                </a:moveTo>
                <a:lnTo>
                  <a:pt x="2697487" y="0"/>
                </a:lnTo>
                <a:lnTo>
                  <a:pt x="2703565" y="0"/>
                </a:lnTo>
                <a:lnTo>
                  <a:pt x="2702813" y="537"/>
                </a:lnTo>
                <a:lnTo>
                  <a:pt x="2743558" y="4644"/>
                </a:lnTo>
                <a:cubicBezTo>
                  <a:pt x="2847727" y="25961"/>
                  <a:pt x="2926087" y="118130"/>
                  <a:pt x="2926087" y="228600"/>
                </a:cubicBezTo>
                <a:cubicBezTo>
                  <a:pt x="2926087" y="354852"/>
                  <a:pt x="2823739" y="457200"/>
                  <a:pt x="2697487" y="457200"/>
                </a:cubicBezTo>
                <a:lnTo>
                  <a:pt x="2694027" y="456851"/>
                </a:lnTo>
                <a:lnTo>
                  <a:pt x="2694360" y="457200"/>
                </a:lnTo>
                <a:lnTo>
                  <a:pt x="2330584" y="457200"/>
                </a:lnTo>
                <a:lnTo>
                  <a:pt x="2331720" y="458160"/>
                </a:lnTo>
                <a:lnTo>
                  <a:pt x="182880" y="458160"/>
                </a:lnTo>
                <a:lnTo>
                  <a:pt x="0" y="458160"/>
                </a:lnTo>
                <a:lnTo>
                  <a:pt x="0" y="960"/>
                </a:lnTo>
                <a:lnTo>
                  <a:pt x="182880" y="960"/>
                </a:lnTo>
                <a:lnTo>
                  <a:pt x="365762" y="96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7" name="Inhaltsplatzhalter 17"/>
          <p:cNvSpPr>
            <a:spLocks noGrp="1"/>
          </p:cNvSpPr>
          <p:nvPr>
            <p:ph sz="half" idx="34" hasCustomPrompt="1"/>
          </p:nvPr>
        </p:nvSpPr>
        <p:spPr>
          <a:xfrm>
            <a:off x="0" y="2538000"/>
            <a:ext cx="2700000" cy="540000"/>
          </a:xfrm>
          <a:custGeom>
            <a:avLst/>
            <a:gdLst>
              <a:gd name="connsiteX0" fmla="*/ 182882 w 2743207"/>
              <a:gd name="connsiteY0" fmla="*/ 0 h 458160"/>
              <a:gd name="connsiteX1" fmla="*/ 2514607 w 2743207"/>
              <a:gd name="connsiteY1" fmla="*/ 0 h 458160"/>
              <a:gd name="connsiteX2" fmla="*/ 2520685 w 2743207"/>
              <a:gd name="connsiteY2" fmla="*/ 0 h 458160"/>
              <a:gd name="connsiteX3" fmla="*/ 2519933 w 2743207"/>
              <a:gd name="connsiteY3" fmla="*/ 537 h 458160"/>
              <a:gd name="connsiteX4" fmla="*/ 2560678 w 2743207"/>
              <a:gd name="connsiteY4" fmla="*/ 4644 h 458160"/>
              <a:gd name="connsiteX5" fmla="*/ 2743207 w 2743207"/>
              <a:gd name="connsiteY5" fmla="*/ 228600 h 458160"/>
              <a:gd name="connsiteX6" fmla="*/ 2514607 w 2743207"/>
              <a:gd name="connsiteY6" fmla="*/ 457200 h 458160"/>
              <a:gd name="connsiteX7" fmla="*/ 2511147 w 2743207"/>
              <a:gd name="connsiteY7" fmla="*/ 456851 h 458160"/>
              <a:gd name="connsiteX8" fmla="*/ 2511480 w 2743207"/>
              <a:gd name="connsiteY8" fmla="*/ 457200 h 458160"/>
              <a:gd name="connsiteX9" fmla="*/ 2147704 w 2743207"/>
              <a:gd name="connsiteY9" fmla="*/ 457200 h 458160"/>
              <a:gd name="connsiteX10" fmla="*/ 2148840 w 2743207"/>
              <a:gd name="connsiteY10" fmla="*/ 458160 h 458160"/>
              <a:gd name="connsiteX11" fmla="*/ 0 w 2743207"/>
              <a:gd name="connsiteY11" fmla="*/ 458160 h 458160"/>
              <a:gd name="connsiteX12" fmla="*/ 0 w 2743207"/>
              <a:gd name="connsiteY12" fmla="*/ 960 h 458160"/>
              <a:gd name="connsiteX13" fmla="*/ 182882 w 2743207"/>
              <a:gd name="connsiteY13" fmla="*/ 960 h 458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743207" h="458160">
                <a:moveTo>
                  <a:pt x="182882" y="0"/>
                </a:moveTo>
                <a:lnTo>
                  <a:pt x="2514607" y="0"/>
                </a:lnTo>
                <a:lnTo>
                  <a:pt x="2520685" y="0"/>
                </a:lnTo>
                <a:lnTo>
                  <a:pt x="2519933" y="537"/>
                </a:lnTo>
                <a:lnTo>
                  <a:pt x="2560678" y="4644"/>
                </a:lnTo>
                <a:cubicBezTo>
                  <a:pt x="2664847" y="25961"/>
                  <a:pt x="2743207" y="118130"/>
                  <a:pt x="2743207" y="228600"/>
                </a:cubicBezTo>
                <a:cubicBezTo>
                  <a:pt x="2743207" y="354852"/>
                  <a:pt x="2640859" y="457200"/>
                  <a:pt x="2514607" y="457200"/>
                </a:cubicBezTo>
                <a:lnTo>
                  <a:pt x="2511147" y="456851"/>
                </a:lnTo>
                <a:lnTo>
                  <a:pt x="2511480" y="457200"/>
                </a:lnTo>
                <a:lnTo>
                  <a:pt x="2147704" y="457200"/>
                </a:lnTo>
                <a:lnTo>
                  <a:pt x="2148840" y="458160"/>
                </a:lnTo>
                <a:lnTo>
                  <a:pt x="0" y="458160"/>
                </a:lnTo>
                <a:lnTo>
                  <a:pt x="0" y="960"/>
                </a:lnTo>
                <a:lnTo>
                  <a:pt x="182882" y="96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8" name="Inhaltsplatzhalter 18"/>
          <p:cNvSpPr>
            <a:spLocks noGrp="1"/>
          </p:cNvSpPr>
          <p:nvPr>
            <p:ph sz="half" idx="29" hasCustomPrompt="1"/>
          </p:nvPr>
        </p:nvSpPr>
        <p:spPr>
          <a:xfrm>
            <a:off x="0" y="1368000"/>
            <a:ext cx="2520000" cy="540000"/>
          </a:xfrm>
          <a:custGeom>
            <a:avLst/>
            <a:gdLst>
              <a:gd name="connsiteX0" fmla="*/ 0 w 2560325"/>
              <a:gd name="connsiteY0" fmla="*/ 0 h 457200"/>
              <a:gd name="connsiteX1" fmla="*/ 2331725 w 2560325"/>
              <a:gd name="connsiteY1" fmla="*/ 0 h 457200"/>
              <a:gd name="connsiteX2" fmla="*/ 2337803 w 2560325"/>
              <a:gd name="connsiteY2" fmla="*/ 0 h 457200"/>
              <a:gd name="connsiteX3" fmla="*/ 2337051 w 2560325"/>
              <a:gd name="connsiteY3" fmla="*/ 537 h 457200"/>
              <a:gd name="connsiteX4" fmla="*/ 2377796 w 2560325"/>
              <a:gd name="connsiteY4" fmla="*/ 4644 h 457200"/>
              <a:gd name="connsiteX5" fmla="*/ 2560325 w 2560325"/>
              <a:gd name="connsiteY5" fmla="*/ 228600 h 457200"/>
              <a:gd name="connsiteX6" fmla="*/ 2331725 w 2560325"/>
              <a:gd name="connsiteY6" fmla="*/ 457200 h 457200"/>
              <a:gd name="connsiteX7" fmla="*/ 2328265 w 2560325"/>
              <a:gd name="connsiteY7" fmla="*/ 456851 h 457200"/>
              <a:gd name="connsiteX8" fmla="*/ 2328598 w 2560325"/>
              <a:gd name="connsiteY8" fmla="*/ 457200 h 457200"/>
              <a:gd name="connsiteX9" fmla="*/ 0 w 2560325"/>
              <a:gd name="connsiteY9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0325" h="457200">
                <a:moveTo>
                  <a:pt x="0" y="0"/>
                </a:moveTo>
                <a:lnTo>
                  <a:pt x="2331725" y="0"/>
                </a:lnTo>
                <a:lnTo>
                  <a:pt x="2337803" y="0"/>
                </a:lnTo>
                <a:lnTo>
                  <a:pt x="2337051" y="537"/>
                </a:lnTo>
                <a:lnTo>
                  <a:pt x="2377796" y="4644"/>
                </a:lnTo>
                <a:cubicBezTo>
                  <a:pt x="2481965" y="25961"/>
                  <a:pt x="2560325" y="118130"/>
                  <a:pt x="2560325" y="228600"/>
                </a:cubicBezTo>
                <a:cubicBezTo>
                  <a:pt x="2560325" y="354852"/>
                  <a:pt x="2457977" y="457200"/>
                  <a:pt x="2331725" y="457200"/>
                </a:cubicBezTo>
                <a:lnTo>
                  <a:pt x="2328265" y="456851"/>
                </a:lnTo>
                <a:lnTo>
                  <a:pt x="2328598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41407491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«Fragen»</a:t>
            </a:r>
          </a:p>
        </p:txBody>
      </p:sp>
      <p:sp>
        <p:nvSpPr>
          <p:cNvPr id="21" name="Titelplatzhalter 12"/>
          <p:cNvSpPr>
            <a:spLocks noGrp="1"/>
          </p:cNvSpPr>
          <p:nvPr>
            <p:ph type="title" hasCustomPrompt="1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aseline="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noProof="0" dirty="0"/>
              <a:t>«Vielen Dank für Ihre Aufmerksamkeit»</a:t>
            </a:r>
          </a:p>
        </p:txBody>
      </p:sp>
      <p:sp>
        <p:nvSpPr>
          <p:cNvPr id="8" name="Textplatzhalter 11"/>
          <p:cNvSpPr>
            <a:spLocks noGrp="1"/>
          </p:cNvSpPr>
          <p:nvPr>
            <p:ph type="body" sz="quarter" idx="21" hasCustomPrompt="1"/>
          </p:nvPr>
        </p:nvSpPr>
        <p:spPr>
          <a:xfrm>
            <a:off x="359532" y="1260000"/>
            <a:ext cx="8424468" cy="180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«Vortragende(r) und Organisationseinheit»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22" hasCustomPrompt="1"/>
          </p:nvPr>
        </p:nvSpPr>
        <p:spPr>
          <a:xfrm>
            <a:off x="359532" y="1512000"/>
            <a:ext cx="8424468" cy="180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«Datum und Präsentationsort»</a:t>
            </a:r>
          </a:p>
        </p:txBody>
      </p:sp>
      <p:pic>
        <p:nvPicPr>
          <p:cNvPr id="7" name="Inhaltsplatzhalter 7">
            <a:extLst>
              <a:ext uri="{FF2B5EF4-FFF2-40B4-BE49-F238E27FC236}">
                <a16:creationId xmlns:a16="http://schemas.microsoft.com/office/drawing/2014/main" id="{ECF287E3-741C-004F-A0BA-1A2BA0C0FEB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46"/>
          <a:stretch/>
        </p:blipFill>
        <p:spPr>
          <a:xfrm>
            <a:off x="0" y="2016000"/>
            <a:ext cx="9144000" cy="3127500"/>
          </a:xfrm>
          <a:prstGeom prst="rect">
            <a:avLst/>
          </a:prstGeom>
        </p:spPr>
      </p:pic>
      <p:sp>
        <p:nvSpPr>
          <p:cNvPr id="10" name="Textfeld 9"/>
          <p:cNvSpPr txBox="1"/>
          <p:nvPr userDrawn="1"/>
        </p:nvSpPr>
        <p:spPr>
          <a:xfrm rot="20390563">
            <a:off x="3745193" y="2430129"/>
            <a:ext cx="1525648" cy="1323439"/>
          </a:xfrm>
          <a:prstGeom prst="rect">
            <a:avLst/>
          </a:prstGeom>
          <a:solidFill>
            <a:srgbClr val="F4F4F4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de-CH" sz="8000" dirty="0">
                <a:solidFill>
                  <a:srgbClr val="8E8E8E"/>
                </a:solidFill>
              </a:rPr>
              <a:t>?</a:t>
            </a:r>
            <a:endParaRPr lang="en-US" sz="8000" dirty="0">
              <a:solidFill>
                <a:srgbClr val="8E8E8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10396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2268000"/>
            <a:ext cx="7200468" cy="288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«Fragen»</a:t>
            </a:r>
          </a:p>
        </p:txBody>
      </p:sp>
      <p:sp>
        <p:nvSpPr>
          <p:cNvPr id="21" name="Titelplatzhalter 12"/>
          <p:cNvSpPr>
            <a:spLocks noGrp="1"/>
          </p:cNvSpPr>
          <p:nvPr>
            <p:ph type="title" hasCustomPrompt="1"/>
          </p:nvPr>
        </p:nvSpPr>
        <p:spPr>
          <a:xfrm>
            <a:off x="360000" y="180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>
            <a:lvl1pPr>
              <a:defRPr/>
            </a:lvl1pPr>
          </a:lstStyle>
          <a:p>
            <a:r>
              <a:rPr lang="de-CH" noProof="0" dirty="0"/>
              <a:t>«Vielen Dank für Ihre Aufmerksamkeit»</a:t>
            </a:r>
          </a:p>
        </p:txBody>
      </p:sp>
      <p:sp>
        <p:nvSpPr>
          <p:cNvPr id="8" name="Textplatzhalter 11"/>
          <p:cNvSpPr>
            <a:spLocks noGrp="1"/>
          </p:cNvSpPr>
          <p:nvPr>
            <p:ph type="body" sz="quarter" idx="21" hasCustomPrompt="1"/>
          </p:nvPr>
        </p:nvSpPr>
        <p:spPr>
          <a:xfrm>
            <a:off x="359532" y="2880000"/>
            <a:ext cx="7200468" cy="180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«Vortragende(r) und Organisationseinheit»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22" hasCustomPrompt="1"/>
          </p:nvPr>
        </p:nvSpPr>
        <p:spPr>
          <a:xfrm>
            <a:off x="359532" y="3132000"/>
            <a:ext cx="7200468" cy="180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«Datum und Präsentationsort»</a:t>
            </a:r>
          </a:p>
        </p:txBody>
      </p:sp>
    </p:spTree>
    <p:extLst>
      <p:ext uri="{BB962C8B-B14F-4D97-AF65-F5344CB8AC3E}">
        <p14:creationId xmlns:p14="http://schemas.microsoft.com/office/powerpoint/2010/main" val="2156746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29.xml"/><Relationship Id="rId21" Type="http://schemas.openxmlformats.org/officeDocument/2006/relationships/slideLayout" Target="../slideLayouts/slideLayout24.xml"/><Relationship Id="rId34" Type="http://schemas.openxmlformats.org/officeDocument/2006/relationships/slideLayout" Target="../slideLayouts/slideLayout37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5" Type="http://schemas.openxmlformats.org/officeDocument/2006/relationships/slideLayout" Target="../slideLayouts/slideLayout28.xml"/><Relationship Id="rId3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3.xml"/><Relationship Id="rId29" Type="http://schemas.openxmlformats.org/officeDocument/2006/relationships/slideLayout" Target="../slideLayouts/slideLayout32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24" Type="http://schemas.openxmlformats.org/officeDocument/2006/relationships/slideLayout" Target="../slideLayouts/slideLayout27.xml"/><Relationship Id="rId32" Type="http://schemas.openxmlformats.org/officeDocument/2006/relationships/slideLayout" Target="../slideLayouts/slideLayout35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23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31.xml"/><Relationship Id="rId36" Type="http://schemas.openxmlformats.org/officeDocument/2006/relationships/theme" Target="../theme/theme2.xml"/><Relationship Id="rId10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22.xml"/><Relationship Id="rId31" Type="http://schemas.openxmlformats.org/officeDocument/2006/relationships/slideLayout" Target="../slideLayouts/slideLayout34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8.xml"/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 der Vorlesung»</a:t>
            </a:r>
          </a:p>
        </p:txBody>
      </p:sp>
      <p:cxnSp>
        <p:nvCxnSpPr>
          <p:cNvPr id="3" name="Gerader Verbinder 2"/>
          <p:cNvCxnSpPr/>
          <p:nvPr userDrawn="1"/>
        </p:nvCxnSpPr>
        <p:spPr>
          <a:xfrm>
            <a:off x="360000" y="1008000"/>
            <a:ext cx="8568000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tx1"/>
                </a:gs>
                <a:gs pos="59000">
                  <a:schemeClr val="tx1"/>
                </a:gs>
                <a:gs pos="86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https://intern.unibe.ch/unibe/uniintern/content/e1883/e683686/e684360/e699238/Unibe_Logo_16pt_RGB_201807_ger.pn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0"/>
            <a:ext cx="1323206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6643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789" r:id="rId2"/>
    <p:sldLayoutId id="2147483792" r:id="rId3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800" b="0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idx="1"/>
          </p:nvPr>
        </p:nvSpPr>
        <p:spPr>
          <a:xfrm>
            <a:off x="360000" y="1080000"/>
            <a:ext cx="8424000" cy="3456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/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6" name="Fußzeilenplatzhalter 15"/>
          <p:cNvSpPr>
            <a:spLocks noGrp="1"/>
          </p:cNvSpPr>
          <p:nvPr>
            <p:ph type="ftr" sz="quarter" idx="3"/>
          </p:nvPr>
        </p:nvSpPr>
        <p:spPr>
          <a:xfrm>
            <a:off x="359532" y="4860000"/>
            <a:ext cx="7992888" cy="180000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17" name="Foliennummernplatzhalter 16"/>
          <p:cNvSpPr>
            <a:spLocks noGrp="1"/>
          </p:cNvSpPr>
          <p:nvPr>
            <p:ph type="sldNum" sz="quarter" idx="4"/>
          </p:nvPr>
        </p:nvSpPr>
        <p:spPr>
          <a:xfrm>
            <a:off x="8388000" y="4860000"/>
            <a:ext cx="396000" cy="180000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800" b="1"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pic>
        <p:nvPicPr>
          <p:cNvPr id="1026" name="Picture 2" descr="https://intern.unibe.ch/unibe/uniintern/content/e1883/e683686/e684360/e699238/Unibe_Logo_16pt_RGB_201807_ger.png"/>
          <p:cNvPicPr>
            <a:picLocks noChangeAspect="1" noChangeArrowheads="1"/>
          </p:cNvPicPr>
          <p:nvPr userDrawn="1"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0"/>
            <a:ext cx="1323206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Gerader Verbinder 9"/>
          <p:cNvCxnSpPr/>
          <p:nvPr userDrawn="1"/>
        </p:nvCxnSpPr>
        <p:spPr>
          <a:xfrm>
            <a:off x="360000" y="1008000"/>
            <a:ext cx="8568000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tx1"/>
                </a:gs>
                <a:gs pos="59000">
                  <a:schemeClr val="tx1"/>
                </a:gs>
                <a:gs pos="86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0187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0" r:id="rId2"/>
    <p:sldLayoutId id="2147483796" r:id="rId3"/>
    <p:sldLayoutId id="2147483798" r:id="rId4"/>
    <p:sldLayoutId id="2147483804" r:id="rId5"/>
    <p:sldLayoutId id="2147483805" r:id="rId6"/>
    <p:sldLayoutId id="2147483806" r:id="rId7"/>
    <p:sldLayoutId id="2147483797" r:id="rId8"/>
    <p:sldLayoutId id="2147483799" r:id="rId9"/>
    <p:sldLayoutId id="2147483801" r:id="rId10"/>
    <p:sldLayoutId id="2147483800" r:id="rId11"/>
    <p:sldLayoutId id="2147483802" r:id="rId12"/>
    <p:sldLayoutId id="2147483803" r:id="rId13"/>
    <p:sldLayoutId id="2147483807" r:id="rId14"/>
    <p:sldLayoutId id="2147483808" r:id="rId15"/>
    <p:sldLayoutId id="2147483809" r:id="rId16"/>
    <p:sldLayoutId id="2147483810" r:id="rId17"/>
    <p:sldLayoutId id="2147483811" r:id="rId18"/>
    <p:sldLayoutId id="2147483812" r:id="rId19"/>
    <p:sldLayoutId id="2147483813" r:id="rId20"/>
    <p:sldLayoutId id="2147483814" r:id="rId21"/>
    <p:sldLayoutId id="2147483816" r:id="rId22"/>
    <p:sldLayoutId id="2147483815" r:id="rId23"/>
    <p:sldLayoutId id="2147483818" r:id="rId24"/>
    <p:sldLayoutId id="2147483824" r:id="rId25"/>
    <p:sldLayoutId id="2147483820" r:id="rId26"/>
    <p:sldLayoutId id="2147483826" r:id="rId27"/>
    <p:sldLayoutId id="2147483817" r:id="rId28"/>
    <p:sldLayoutId id="2147483821" r:id="rId29"/>
    <p:sldLayoutId id="2147483819" r:id="rId30"/>
    <p:sldLayoutId id="2147483822" r:id="rId31"/>
    <p:sldLayoutId id="2147483823" r:id="rId32"/>
    <p:sldLayoutId id="2147483827" r:id="rId33"/>
    <p:sldLayoutId id="2147483825" r:id="rId34"/>
    <p:sldLayoutId id="2147483828" r:id="rId35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800" b="0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«Bedankung»</a:t>
            </a:r>
          </a:p>
        </p:txBody>
      </p:sp>
      <p:pic>
        <p:nvPicPr>
          <p:cNvPr id="1026" name="Picture 2" descr="https://intern.unibe.ch/unibe/uniintern/content/e1883/e683686/e684360/e699238/Unibe_Logo_16pt_RGB_201807_ger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0"/>
            <a:ext cx="1323206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Gerader Verbinder 6"/>
          <p:cNvCxnSpPr/>
          <p:nvPr userDrawn="1"/>
        </p:nvCxnSpPr>
        <p:spPr>
          <a:xfrm>
            <a:off x="360000" y="1008000"/>
            <a:ext cx="8568000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tx1"/>
                </a:gs>
                <a:gs pos="59000">
                  <a:schemeClr val="tx1"/>
                </a:gs>
                <a:gs pos="86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6485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800" b="0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insideout.co/inside/security-vulnerabilities-found-in-over-60-of-android-apps" TargetMode="External"/><Relationship Id="rId2" Type="http://schemas.openxmlformats.org/officeDocument/2006/relationships/hyperlink" Target="https://gs.statcounter.com/os-market-share/mobile/worldwide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doi.org/10.48550/arXiv.2510.06015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mas.owasp.org/" TargetMode="External"/><Relationship Id="rId2" Type="http://schemas.openxmlformats.org/officeDocument/2006/relationships/hyperlink" Target="https://doi.org/10.1145/3588001.3609367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github.com/OWASP/mastg/tree/ffde0bdd9bdfd375d93ddb433bd3134e3977c64d/apps/android" TargetMode="Externa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1400" noProof="0" dirty="0">
                <a:solidFill>
                  <a:schemeClr val="bg2"/>
                </a:solidFill>
              </a:rPr>
              <a:t>BA Thesis Presentation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noProof="0" dirty="0">
                <a:solidFill>
                  <a:schemeClr val="tx1"/>
                </a:solidFill>
              </a:rPr>
              <a:t>Development of a Reference Application for the OWASP Mobile Application Security Testing Guide (MASTG)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noProof="0" dirty="0"/>
              <a:t>Dominic Kronig, Software Engineering Group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noProof="0" dirty="0"/>
              <a:t>10.02.2026 Engehalde Bern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19877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F838B-9793-1E2D-5B63-E6C84A16B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8DEED39-1B51-F25A-29A9-94C1D53561B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Android Dominance</a:t>
            </a:r>
            <a:endParaRPr lang="en-US" noProof="0" dirty="0">
              <a:solidFill>
                <a:schemeClr val="bg2"/>
              </a:solidFill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C5467C5E-75FF-4EAE-645B-68E6FC59E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State of Android App Security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0946E172-560B-8BDE-237B-CC21EE2AA1BA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533" y="1203598"/>
            <a:ext cx="8424467" cy="3332402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en-US" dirty="0"/>
              <a:t>Android most dominant mobile market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Sideloading of apps</a:t>
            </a:r>
          </a:p>
          <a:p>
            <a:pPr>
              <a:lnSpc>
                <a:spcPct val="150000"/>
              </a:lnSpc>
            </a:pPr>
            <a:r>
              <a:rPr lang="en-US" dirty="0"/>
              <a:t>Automated security review</a:t>
            </a:r>
            <a:endParaRPr lang="en-US" noProof="0" dirty="0"/>
          </a:p>
          <a:p>
            <a:pPr>
              <a:lnSpc>
                <a:spcPct val="150000"/>
              </a:lnSpc>
            </a:pPr>
            <a:r>
              <a:rPr lang="en-US" i="1" noProof="0" dirty="0"/>
              <a:t>Prone </a:t>
            </a:r>
            <a:r>
              <a:rPr lang="en-US" i="1" dirty="0"/>
              <a:t>to v</a:t>
            </a:r>
            <a:r>
              <a:rPr lang="en-US" i="1" noProof="0" dirty="0" err="1"/>
              <a:t>ulnerabilities</a:t>
            </a:r>
            <a:endParaRPr lang="en-US" i="1" noProof="0" dirty="0"/>
          </a:p>
          <a:p>
            <a:pPr>
              <a:lnSpc>
                <a:spcPct val="150000"/>
              </a:lnSpc>
            </a:pPr>
            <a:endParaRPr lang="en-US" noProof="0" dirty="0"/>
          </a:p>
          <a:p>
            <a:pPr>
              <a:lnSpc>
                <a:spcPct val="150000"/>
              </a:lnSpc>
            </a:pPr>
            <a:endParaRPr lang="en-US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5B6E05ED-11BE-82C9-0606-42D797B9E6C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CH" dirty="0"/>
              <a:t>(StatCounter Global Stats, 2026)</a:t>
            </a:r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A4D6812B-4695-A409-3FDE-07165F82C90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FC453924-915C-0DFE-D4BB-1EBE0F86AB9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2</a:t>
            </a:fld>
            <a:endParaRPr lang="en-US" noProof="0" dirty="0"/>
          </a:p>
        </p:txBody>
      </p:sp>
      <p:pic>
        <p:nvPicPr>
          <p:cNvPr id="5" name="Grafik 4" descr="Ein Bild, das Text, Screenshot, Schrift, Kreis enthält.&#10;&#10;KI-generierte Inhalte können fehlerhaft sein.">
            <a:extLst>
              <a:ext uri="{FF2B5EF4-FFF2-40B4-BE49-F238E27FC236}">
                <a16:creationId xmlns:a16="http://schemas.microsoft.com/office/drawing/2014/main" id="{E8FD955B-52D4-18F5-BE9E-12B060EE75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1386977"/>
            <a:ext cx="2987079" cy="318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9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3C649-A065-94A4-87F8-C85A835E1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96DD2D80-44A2-8A1C-ECA2-7438E274CD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The Problem in Numbers</a:t>
            </a:r>
            <a:endParaRPr lang="en-US" noProof="0" dirty="0">
              <a:solidFill>
                <a:schemeClr val="bg2"/>
              </a:solidFill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4B5B7182-626D-ADB5-8EF0-12B380EC1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State of Android App Security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553BDCC9-CE0B-EC6B-127C-8905DADF417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533" y="1203598"/>
            <a:ext cx="8424467" cy="3332402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i="1" noProof="0" dirty="0"/>
              <a:t>How many security vulnerabilities per app?</a:t>
            </a:r>
          </a:p>
          <a:p>
            <a:pPr marL="0" indent="0">
              <a:lnSpc>
                <a:spcPct val="150000"/>
              </a:lnSpc>
              <a:buNone/>
            </a:pPr>
            <a:endParaRPr lang="en-US" i="1" noProof="0" dirty="0"/>
          </a:p>
          <a:p>
            <a:pPr>
              <a:lnSpc>
                <a:spcPct val="150000"/>
              </a:lnSpc>
            </a:pPr>
            <a:r>
              <a:rPr lang="en-US" dirty="0"/>
              <a:t>Around 5?</a:t>
            </a:r>
          </a:p>
          <a:p>
            <a:pPr>
              <a:lnSpc>
                <a:spcPct val="150000"/>
              </a:lnSpc>
            </a:pPr>
            <a:r>
              <a:rPr lang="en-US" dirty="0"/>
              <a:t>Around 15?</a:t>
            </a:r>
          </a:p>
          <a:p>
            <a:pPr>
              <a:lnSpc>
                <a:spcPct val="150000"/>
              </a:lnSpc>
            </a:pPr>
            <a:r>
              <a:rPr lang="en-US" dirty="0"/>
              <a:t>More than 30?</a:t>
            </a:r>
            <a:endParaRPr lang="en-US" i="1" noProof="0" dirty="0"/>
          </a:p>
          <a:p>
            <a:pPr>
              <a:lnSpc>
                <a:spcPct val="150000"/>
              </a:lnSpc>
            </a:pPr>
            <a:endParaRPr lang="en-US" noProof="0" dirty="0"/>
          </a:p>
          <a:p>
            <a:pPr>
              <a:lnSpc>
                <a:spcPct val="150000"/>
              </a:lnSpc>
            </a:pPr>
            <a:endParaRPr lang="en-US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75658E8-9AFA-2BA0-EB1E-60E04EE477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B5BF31B-4D5B-148B-110D-86370A01BC4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3B065102-05C5-04AF-F414-D81CC3006C2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24516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60A0-D67C-A722-3DAB-AA33D708D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45C3CB5-A282-30D8-22A2-FD1E1FF7F3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bg2"/>
                </a:solidFill>
              </a:rPr>
              <a:t>The Problem in Numbers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5043144B-0AA1-C080-E282-449EFCCFA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State of Android App Security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CA742AD-C2CF-78CE-281C-ABD846F3CB3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noProof="0" dirty="0"/>
              <a:t>(Ferrari et al., 2025; Tech Inside Out 20</a:t>
            </a:r>
            <a:r>
              <a:rPr lang="en-US" dirty="0"/>
              <a:t>21</a:t>
            </a:r>
            <a:r>
              <a:rPr lang="en-US" noProof="0" dirty="0"/>
              <a:t>)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9E040E96-317A-C10D-4B2B-31D6C089B9D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11FC7BB2-8FB3-9A88-4C83-5936E9011C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ADA47EF-7EB6-938E-6E09-56430F4CA70D}"/>
              </a:ext>
            </a:extLst>
          </p:cNvPr>
          <p:cNvSpPr txBox="1"/>
          <p:nvPr/>
        </p:nvSpPr>
        <p:spPr>
          <a:xfrm>
            <a:off x="1331640" y="2088634"/>
            <a:ext cx="1952275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noProof="0" dirty="0">
                <a:solidFill>
                  <a:schemeClr val="bg2"/>
                </a:solidFill>
              </a:rPr>
              <a:t>39</a:t>
            </a:r>
            <a:r>
              <a:rPr lang="en-US" sz="8000" noProof="0" dirty="0"/>
              <a:t> </a:t>
            </a:r>
          </a:p>
          <a:p>
            <a:pPr algn="ctr"/>
            <a:r>
              <a:rPr lang="en-US" sz="1400" noProof="0" dirty="0"/>
              <a:t>vulnerabilities per app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F023A3C-46D8-3046-6EBE-17844C562EB6}"/>
              </a:ext>
            </a:extLst>
          </p:cNvPr>
          <p:cNvSpPr txBox="1"/>
          <p:nvPr/>
        </p:nvSpPr>
        <p:spPr>
          <a:xfrm>
            <a:off x="5076056" y="2073246"/>
            <a:ext cx="21962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noProof="0" dirty="0">
                <a:solidFill>
                  <a:schemeClr val="bg2"/>
                </a:solidFill>
              </a:rPr>
              <a:t>63%</a:t>
            </a:r>
            <a:r>
              <a:rPr lang="en-US" sz="8000" noProof="0" dirty="0">
                <a:solidFill>
                  <a:schemeClr val="bg2"/>
                </a:solidFill>
              </a:rPr>
              <a:t> </a:t>
            </a:r>
          </a:p>
          <a:p>
            <a:pPr algn="ctr"/>
            <a:r>
              <a:rPr lang="en-US" sz="1400" noProof="0" dirty="0"/>
              <a:t>apps show vulnerabilities</a:t>
            </a:r>
          </a:p>
        </p:txBody>
      </p:sp>
      <p:sp>
        <p:nvSpPr>
          <p:cNvPr id="2" name="Inhaltsplatzhalter 9">
            <a:extLst>
              <a:ext uri="{FF2B5EF4-FFF2-40B4-BE49-F238E27FC236}">
                <a16:creationId xmlns:a16="http://schemas.microsoft.com/office/drawing/2014/main" id="{7B402A66-69FE-A1BE-113F-727ECEA35F08}"/>
              </a:ext>
            </a:extLst>
          </p:cNvPr>
          <p:cNvSpPr txBox="1">
            <a:spLocks/>
          </p:cNvSpPr>
          <p:nvPr/>
        </p:nvSpPr>
        <p:spPr>
          <a:xfrm>
            <a:off x="359532" y="1207321"/>
            <a:ext cx="8424467" cy="3332402"/>
          </a:xfrm>
          <a:prstGeom prst="rect">
            <a:avLst/>
          </a:prstGeom>
        </p:spPr>
        <p:txBody>
          <a:bodyPr vert="horz" lIns="36000" tIns="36000" rIns="36000" bIns="36000" rtlCol="0" anchor="t">
            <a:normAutofit/>
          </a:bodyPr>
          <a:lstStyle>
            <a:lvl1pPr marL="216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noProof="0" dirty="0"/>
              <a:t>Across the 18 most popular Android categories:</a:t>
            </a:r>
          </a:p>
          <a:p>
            <a:pPr>
              <a:lnSpc>
                <a:spcPct val="150000"/>
              </a:lnSpc>
            </a:pPr>
            <a:endParaRPr lang="en-US" noProof="0" dirty="0"/>
          </a:p>
          <a:p>
            <a:pPr>
              <a:lnSpc>
                <a:spcPct val="150000"/>
              </a:lnSpc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25203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895AF-1E13-4F95-3510-A872296D1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D28D3D2-AAD7-994B-3B4B-D925CB7DC1F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bg2"/>
                </a:solidFill>
              </a:rPr>
              <a:t>The Problem in Numbers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CA92B775-FB3A-1C25-67AB-45E11DE0F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State of Android App Security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0FACA18-C2C1-9216-9CA0-4AF567B00D0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CH" dirty="0"/>
              <a:t>(Tech Inside Out, 2021)</a:t>
            </a:r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75532297-B65F-F8BC-F057-A6555CE8762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5340D506-F0B4-B639-B109-908DD781EA3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C75C410-B305-3DDA-6EE8-82BE2B673000}"/>
              </a:ext>
            </a:extLst>
          </p:cNvPr>
          <p:cNvSpPr txBox="1"/>
          <p:nvPr/>
        </p:nvSpPr>
        <p:spPr>
          <a:xfrm>
            <a:off x="603501" y="2104080"/>
            <a:ext cx="252028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2"/>
                </a:solidFill>
              </a:rPr>
              <a:t>88</a:t>
            </a:r>
            <a:r>
              <a:rPr lang="en-US" sz="6000" noProof="0" dirty="0">
                <a:solidFill>
                  <a:schemeClr val="bg2"/>
                </a:solidFill>
              </a:rPr>
              <a:t>%</a:t>
            </a:r>
            <a:r>
              <a:rPr lang="en-US" sz="8000" noProof="0" dirty="0"/>
              <a:t> </a:t>
            </a:r>
          </a:p>
          <a:p>
            <a:pPr algn="ctr"/>
            <a:r>
              <a:rPr lang="en-US" sz="1400" dirty="0"/>
              <a:t>o</a:t>
            </a:r>
            <a:r>
              <a:rPr lang="en-US" sz="1400" noProof="0" dirty="0"/>
              <a:t>f banking apps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CBD5C03-9080-2D9D-52F3-0D7FF6D02069}"/>
              </a:ext>
            </a:extLst>
          </p:cNvPr>
          <p:cNvSpPr txBox="1"/>
          <p:nvPr/>
        </p:nvSpPr>
        <p:spPr>
          <a:xfrm>
            <a:off x="3473878" y="2104079"/>
            <a:ext cx="1764196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2"/>
                </a:solidFill>
              </a:rPr>
              <a:t>84</a:t>
            </a:r>
            <a:r>
              <a:rPr lang="en-US" sz="6000" noProof="0" dirty="0">
                <a:solidFill>
                  <a:schemeClr val="bg2"/>
                </a:solidFill>
              </a:rPr>
              <a:t>%</a:t>
            </a:r>
            <a:r>
              <a:rPr lang="en-US" sz="8000" noProof="0" dirty="0"/>
              <a:t> </a:t>
            </a:r>
          </a:p>
          <a:p>
            <a:pPr algn="ctr"/>
            <a:r>
              <a:rPr lang="en-US" sz="1400" dirty="0"/>
              <a:t>o</a:t>
            </a:r>
            <a:r>
              <a:rPr lang="en-US" sz="1400" noProof="0" dirty="0"/>
              <a:t>f budgeting apps</a:t>
            </a:r>
          </a:p>
        </p:txBody>
      </p:sp>
      <p:sp>
        <p:nvSpPr>
          <p:cNvPr id="2" name="Inhaltsplatzhalter 9">
            <a:extLst>
              <a:ext uri="{FF2B5EF4-FFF2-40B4-BE49-F238E27FC236}">
                <a16:creationId xmlns:a16="http://schemas.microsoft.com/office/drawing/2014/main" id="{B3581055-F592-898C-0CF6-C010C6EB0A61}"/>
              </a:ext>
            </a:extLst>
          </p:cNvPr>
          <p:cNvSpPr txBox="1">
            <a:spLocks/>
          </p:cNvSpPr>
          <p:nvPr/>
        </p:nvSpPr>
        <p:spPr>
          <a:xfrm>
            <a:off x="359532" y="1207321"/>
            <a:ext cx="8424467" cy="3332402"/>
          </a:xfrm>
          <a:prstGeom prst="rect">
            <a:avLst/>
          </a:prstGeom>
        </p:spPr>
        <p:txBody>
          <a:bodyPr vert="horz" lIns="36000" tIns="36000" rIns="36000" bIns="36000" rtlCol="0" anchor="t">
            <a:normAutofit/>
          </a:bodyPr>
          <a:lstStyle>
            <a:lvl1pPr marL="216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noProof="0" dirty="0"/>
              <a:t>In terms of financial apps:</a:t>
            </a:r>
          </a:p>
          <a:p>
            <a:pPr>
              <a:lnSpc>
                <a:spcPct val="150000"/>
              </a:lnSpc>
            </a:pPr>
            <a:endParaRPr lang="en-US" noProof="0" dirty="0"/>
          </a:p>
          <a:p>
            <a:pPr>
              <a:lnSpc>
                <a:spcPct val="150000"/>
              </a:lnSpc>
            </a:pPr>
            <a:endParaRPr lang="en-US" noProof="0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51A636E-33E1-8457-116D-C5FF05D1995E}"/>
              </a:ext>
            </a:extLst>
          </p:cNvPr>
          <p:cNvSpPr txBox="1"/>
          <p:nvPr/>
        </p:nvSpPr>
        <p:spPr>
          <a:xfrm>
            <a:off x="6015955" y="2355726"/>
            <a:ext cx="230046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2"/>
                </a:solidFill>
              </a:rPr>
              <a:t>80%</a:t>
            </a:r>
          </a:p>
          <a:p>
            <a:pPr algn="ctr"/>
            <a:r>
              <a:rPr lang="en-US" sz="1400" dirty="0"/>
              <a:t>of payment apps</a:t>
            </a:r>
            <a:endParaRPr lang="en-US" sz="1400" noProof="0" dirty="0"/>
          </a:p>
        </p:txBody>
      </p:sp>
    </p:spTree>
    <p:extLst>
      <p:ext uri="{BB962C8B-B14F-4D97-AF65-F5344CB8AC3E}">
        <p14:creationId xmlns:p14="http://schemas.microsoft.com/office/powerpoint/2010/main" val="248474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50C99-124A-67D2-EF47-1F37253D1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FA04CAC0-6033-2AB6-1F69-3CF95F0B90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bg2"/>
                </a:solidFill>
              </a:rPr>
              <a:t>The Problem in Numbers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169F7D56-4C24-5A78-5495-4FEBFAB14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State of Android App Security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2AE9B35-6ADA-EB0B-B238-6F84CBA250D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noProof="0" dirty="0"/>
              <a:t>(</a:t>
            </a:r>
            <a:r>
              <a:rPr lang="en-US" dirty="0"/>
              <a:t>S</a:t>
            </a:r>
            <a:r>
              <a:rPr lang="en-US" noProof="0" dirty="0" err="1"/>
              <a:t>tevenson</a:t>
            </a:r>
            <a:r>
              <a:rPr lang="en-US" noProof="0" dirty="0"/>
              <a:t> &amp; Das, 2025 )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4CDD032C-8AA8-3676-6FB4-7121AB69D88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FB569033-5D13-719B-5E32-3A438F1059A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54420CC-8A34-AF05-DE90-2E6363180B93}"/>
              </a:ext>
            </a:extLst>
          </p:cNvPr>
          <p:cNvSpPr txBox="1"/>
          <p:nvPr/>
        </p:nvSpPr>
        <p:spPr>
          <a:xfrm>
            <a:off x="603501" y="2104080"/>
            <a:ext cx="252028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noProof="0" dirty="0">
                <a:solidFill>
                  <a:schemeClr val="bg2"/>
                </a:solidFill>
              </a:rPr>
              <a:t>50%</a:t>
            </a:r>
            <a:r>
              <a:rPr lang="en-US" sz="8000" noProof="0" dirty="0"/>
              <a:t> </a:t>
            </a:r>
          </a:p>
          <a:p>
            <a:pPr algn="ctr"/>
            <a:r>
              <a:rPr lang="en-US" sz="1400" noProof="0" dirty="0"/>
              <a:t>use deprecated cryptography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42E64F4-CD40-B83C-62ED-71C96C8AA93E}"/>
              </a:ext>
            </a:extLst>
          </p:cNvPr>
          <p:cNvSpPr txBox="1"/>
          <p:nvPr/>
        </p:nvSpPr>
        <p:spPr>
          <a:xfrm>
            <a:off x="3473878" y="2104079"/>
            <a:ext cx="1764196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noProof="0" dirty="0">
                <a:solidFill>
                  <a:schemeClr val="bg2"/>
                </a:solidFill>
              </a:rPr>
              <a:t>25%</a:t>
            </a:r>
            <a:r>
              <a:rPr lang="en-US" sz="8000" noProof="0" dirty="0"/>
              <a:t> </a:t>
            </a:r>
          </a:p>
          <a:p>
            <a:pPr algn="ctr"/>
            <a:r>
              <a:rPr lang="en-US" sz="1400" noProof="0" dirty="0"/>
              <a:t>access GPS data</a:t>
            </a:r>
          </a:p>
        </p:txBody>
      </p:sp>
      <p:sp>
        <p:nvSpPr>
          <p:cNvPr id="2" name="Inhaltsplatzhalter 9">
            <a:extLst>
              <a:ext uri="{FF2B5EF4-FFF2-40B4-BE49-F238E27FC236}">
                <a16:creationId xmlns:a16="http://schemas.microsoft.com/office/drawing/2014/main" id="{D12E1EB5-5188-B382-5623-886E44E5A49F}"/>
              </a:ext>
            </a:extLst>
          </p:cNvPr>
          <p:cNvSpPr txBox="1">
            <a:spLocks/>
          </p:cNvSpPr>
          <p:nvPr/>
        </p:nvSpPr>
        <p:spPr>
          <a:xfrm>
            <a:off x="359532" y="1207321"/>
            <a:ext cx="8424467" cy="3332402"/>
          </a:xfrm>
          <a:prstGeom prst="rect">
            <a:avLst/>
          </a:prstGeom>
        </p:spPr>
        <p:txBody>
          <a:bodyPr vert="horz" lIns="36000" tIns="36000" rIns="36000" bIns="36000" rtlCol="0" anchor="t">
            <a:normAutofit/>
          </a:bodyPr>
          <a:lstStyle>
            <a:lvl1pPr marL="216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noProof="0" dirty="0"/>
              <a:t>Of 272 mobile health apps in the US:</a:t>
            </a:r>
          </a:p>
          <a:p>
            <a:pPr>
              <a:lnSpc>
                <a:spcPct val="150000"/>
              </a:lnSpc>
            </a:pPr>
            <a:endParaRPr lang="en-US" noProof="0" dirty="0"/>
          </a:p>
          <a:p>
            <a:pPr>
              <a:lnSpc>
                <a:spcPct val="150000"/>
              </a:lnSpc>
            </a:pPr>
            <a:endParaRPr lang="en-US" noProof="0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884E02C-C233-0BFD-0D4A-84AE1CE6FD4E}"/>
              </a:ext>
            </a:extLst>
          </p:cNvPr>
          <p:cNvSpPr txBox="1"/>
          <p:nvPr/>
        </p:nvSpPr>
        <p:spPr>
          <a:xfrm>
            <a:off x="6015955" y="2355726"/>
            <a:ext cx="230046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noProof="0" dirty="0">
                <a:solidFill>
                  <a:schemeClr val="bg2"/>
                </a:solidFill>
              </a:rPr>
              <a:t>42</a:t>
            </a:r>
            <a:endParaRPr lang="en-US" sz="8000" noProof="0" dirty="0">
              <a:solidFill>
                <a:schemeClr val="bg2"/>
              </a:solidFill>
            </a:endParaRPr>
          </a:p>
          <a:p>
            <a:pPr algn="ctr"/>
            <a:r>
              <a:rPr lang="en-US" sz="1400" noProof="0" dirty="0"/>
              <a:t>transmit unencrypted data</a:t>
            </a:r>
          </a:p>
        </p:txBody>
      </p:sp>
    </p:spTree>
    <p:extLst>
      <p:ext uri="{BB962C8B-B14F-4D97-AF65-F5344CB8AC3E}">
        <p14:creationId xmlns:p14="http://schemas.microsoft.com/office/powerpoint/2010/main" val="2084813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196FE-28C1-0EB1-1B63-38103B8B7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61BEA3D-BF86-9C8E-ACF8-54A5E5C77A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bg2"/>
                </a:solidFill>
              </a:rPr>
              <a:t>The Causes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C1DB040A-2EBC-0C1B-6661-5695E9DAB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State of Android App Security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7AEF5994-AB60-B71F-38F7-11DBF1BF471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ACF08163-F9EB-4A62-6E1A-03D1B6FA432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EF4182B-0650-3ABB-177A-BAE527E8EF2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2" name="Inhaltsplatzhalter 9">
            <a:extLst>
              <a:ext uri="{FF2B5EF4-FFF2-40B4-BE49-F238E27FC236}">
                <a16:creationId xmlns:a16="http://schemas.microsoft.com/office/drawing/2014/main" id="{DF15101C-F91B-BCF4-F6CE-ED0794DA7FCA}"/>
              </a:ext>
            </a:extLst>
          </p:cNvPr>
          <p:cNvSpPr txBox="1">
            <a:spLocks/>
          </p:cNvSpPr>
          <p:nvPr/>
        </p:nvSpPr>
        <p:spPr>
          <a:xfrm>
            <a:off x="359532" y="1207321"/>
            <a:ext cx="8424467" cy="3332402"/>
          </a:xfrm>
          <a:prstGeom prst="rect">
            <a:avLst/>
          </a:prstGeom>
        </p:spPr>
        <p:txBody>
          <a:bodyPr vert="horz" lIns="36000" tIns="36000" rIns="36000" bIns="36000" rtlCol="0" anchor="t">
            <a:normAutofit/>
          </a:bodyPr>
          <a:lstStyle>
            <a:lvl1pPr marL="216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dirty="0"/>
              <a:t>What can be done about this?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☐ Find existing vulnerabilities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☐ Prevent new vulnerabilities</a:t>
            </a:r>
          </a:p>
        </p:txBody>
      </p:sp>
    </p:spTree>
    <p:extLst>
      <p:ext uri="{BB962C8B-B14F-4D97-AF65-F5344CB8AC3E}">
        <p14:creationId xmlns:p14="http://schemas.microsoft.com/office/powerpoint/2010/main" val="3037396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E7E38-6FC8-9A74-E751-F1897FBC5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E4B5DFD8-752C-5E56-6239-6D4C25EE2E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bg2"/>
                </a:solidFill>
              </a:rPr>
              <a:t>The Causes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F9D07BF-5DBF-E345-2C97-A0E806540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State of Android App Security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EF38F34-7DAE-CD2D-75EC-E4D6B16DAB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CH" dirty="0"/>
              <a:t>(Chiboora et al., 2023</a:t>
            </a:r>
            <a:r>
              <a:rPr lang="en-US" noProof="0" dirty="0"/>
              <a:t>)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BD8CA02-8B3F-C3DC-1651-B2874A4B56D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480BDC00-4339-00C2-BCB5-570591089C2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918A12C-3BF3-B9BF-CD24-A6E3D72E5931}"/>
              </a:ext>
            </a:extLst>
          </p:cNvPr>
          <p:cNvSpPr txBox="1"/>
          <p:nvPr/>
        </p:nvSpPr>
        <p:spPr>
          <a:xfrm>
            <a:off x="1691680" y="1995686"/>
            <a:ext cx="18722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noProof="0" dirty="0">
                <a:solidFill>
                  <a:schemeClr val="bg2"/>
                </a:solidFill>
              </a:rPr>
              <a:t>78%</a:t>
            </a:r>
            <a:r>
              <a:rPr lang="en-US" sz="8000" noProof="0" dirty="0"/>
              <a:t> </a:t>
            </a:r>
          </a:p>
          <a:p>
            <a:pPr algn="ctr"/>
            <a:r>
              <a:rPr lang="en-US" sz="1400" noProof="0" dirty="0"/>
              <a:t>lacked </a:t>
            </a:r>
          </a:p>
          <a:p>
            <a:pPr algn="ctr"/>
            <a:r>
              <a:rPr lang="en-US" sz="1400" noProof="0" dirty="0"/>
              <a:t>security knowledge</a:t>
            </a:r>
          </a:p>
        </p:txBody>
      </p:sp>
      <p:sp>
        <p:nvSpPr>
          <p:cNvPr id="2" name="Inhaltsplatzhalter 9">
            <a:extLst>
              <a:ext uri="{FF2B5EF4-FFF2-40B4-BE49-F238E27FC236}">
                <a16:creationId xmlns:a16="http://schemas.microsoft.com/office/drawing/2014/main" id="{46C40631-22F1-001C-5473-F4A3A007657A}"/>
              </a:ext>
            </a:extLst>
          </p:cNvPr>
          <p:cNvSpPr txBox="1">
            <a:spLocks/>
          </p:cNvSpPr>
          <p:nvPr/>
        </p:nvSpPr>
        <p:spPr>
          <a:xfrm>
            <a:off x="359532" y="1207321"/>
            <a:ext cx="8424467" cy="3332402"/>
          </a:xfrm>
          <a:prstGeom prst="rect">
            <a:avLst/>
          </a:prstGeom>
        </p:spPr>
        <p:txBody>
          <a:bodyPr vert="horz" lIns="36000" tIns="36000" rIns="36000" bIns="36000" rtlCol="0" anchor="t">
            <a:normAutofit/>
          </a:bodyPr>
          <a:lstStyle>
            <a:lvl1pPr marL="216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noProof="0" dirty="0"/>
              <a:t>Of interviewed developers:</a:t>
            </a:r>
          </a:p>
          <a:p>
            <a:pPr>
              <a:lnSpc>
                <a:spcPct val="150000"/>
              </a:lnSpc>
            </a:pPr>
            <a:endParaRPr lang="en-US" noProof="0" dirty="0"/>
          </a:p>
          <a:p>
            <a:pPr>
              <a:lnSpc>
                <a:spcPct val="150000"/>
              </a:lnSpc>
            </a:pPr>
            <a:endParaRPr lang="en-US" noProof="0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2C942AF-2AFD-21B0-BDBD-6A6BCEDA314B}"/>
              </a:ext>
            </a:extLst>
          </p:cNvPr>
          <p:cNvSpPr txBox="1"/>
          <p:nvPr/>
        </p:nvSpPr>
        <p:spPr>
          <a:xfrm>
            <a:off x="4896036" y="2317770"/>
            <a:ext cx="258849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noProof="0" dirty="0">
                <a:solidFill>
                  <a:schemeClr val="bg2"/>
                </a:solidFill>
              </a:rPr>
              <a:t>63%</a:t>
            </a:r>
            <a:endParaRPr lang="en-US" sz="8000" noProof="0" dirty="0">
              <a:solidFill>
                <a:schemeClr val="bg2"/>
              </a:solidFill>
            </a:endParaRPr>
          </a:p>
          <a:p>
            <a:pPr algn="ctr"/>
            <a:r>
              <a:rPr lang="en-US" sz="1400" noProof="0" dirty="0"/>
              <a:t>cited security</a:t>
            </a:r>
          </a:p>
          <a:p>
            <a:pPr algn="ctr"/>
            <a:r>
              <a:rPr lang="en-US" sz="1400" noProof="0" dirty="0"/>
              <a:t>as too complex and expensive</a:t>
            </a:r>
          </a:p>
        </p:txBody>
      </p:sp>
    </p:spTree>
    <p:extLst>
      <p:ext uri="{BB962C8B-B14F-4D97-AF65-F5344CB8AC3E}">
        <p14:creationId xmlns:p14="http://schemas.microsoft.com/office/powerpoint/2010/main" val="2572521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6E493-D649-34E8-E570-3502344C0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C60AD66D-C581-3DA7-982B-417BFBD86BA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bg2"/>
                </a:solidFill>
              </a:rPr>
              <a:t>The Goals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1814E22-F69A-CA21-5C8C-3E380C88B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Understanding the Challenge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D680B43A-9C6B-9151-C931-B3C7E1C361F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533" y="1203598"/>
            <a:ext cx="8424467" cy="3332402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noProof="0" dirty="0"/>
              <a:t>Lack of knowledge…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	…make </a:t>
            </a:r>
            <a:r>
              <a:rPr lang="en-US" b="1" dirty="0"/>
              <a:t>mobile security knowledge</a:t>
            </a:r>
            <a:r>
              <a:rPr lang="en-US" dirty="0"/>
              <a:t> more accessible</a:t>
            </a:r>
          </a:p>
          <a:p>
            <a:pPr marL="0" indent="0">
              <a:lnSpc>
                <a:spcPct val="150000"/>
              </a:lnSpc>
              <a:buNone/>
            </a:pPr>
            <a:endParaRPr lang="en-US" noProof="0" dirty="0"/>
          </a:p>
          <a:p>
            <a:pPr marL="0" indent="0">
              <a:lnSpc>
                <a:spcPct val="150000"/>
              </a:lnSpc>
              <a:buNone/>
            </a:pPr>
            <a:r>
              <a:rPr lang="en-US" noProof="0" dirty="0"/>
              <a:t>Too complex and expensive…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	…promote the best </a:t>
            </a:r>
            <a:r>
              <a:rPr lang="en-US" b="1" dirty="0"/>
              <a:t>security testing tools</a:t>
            </a:r>
          </a:p>
          <a:p>
            <a:pPr>
              <a:lnSpc>
                <a:spcPct val="150000"/>
              </a:lnSpc>
            </a:pPr>
            <a:endParaRPr lang="en-US" noProof="0" dirty="0"/>
          </a:p>
          <a:p>
            <a:pPr>
              <a:lnSpc>
                <a:spcPct val="150000"/>
              </a:lnSpc>
            </a:pPr>
            <a:endParaRPr lang="en-US" noProof="0" dirty="0"/>
          </a:p>
          <a:p>
            <a:pPr>
              <a:lnSpc>
                <a:spcPct val="150000"/>
              </a:lnSpc>
            </a:pPr>
            <a:endParaRPr lang="en-US" noProof="0" dirty="0"/>
          </a:p>
          <a:p>
            <a:pPr>
              <a:lnSpc>
                <a:spcPct val="150000"/>
              </a:lnSpc>
            </a:pPr>
            <a:endParaRPr lang="en-US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F435CE5-4782-B948-3622-F9540ABEE2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BDCCB078-8EE6-A119-C9CB-A81EC3D24C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380B1645-1480-DFCD-D2F9-2F4F018EE6A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43694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7CCEB-EC9C-81C2-56E5-63FAFE941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A4FBC87-F219-6970-8421-413D8B6C8D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bg2"/>
                </a:solidFill>
              </a:rPr>
              <a:t>The Causes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51372BE3-83D3-6344-0781-FFE9D2AE6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State of Android App Security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38E9439-892E-FC8C-7FB2-F5A581592D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E41A3795-B4C6-CA60-77E9-29E6DC6AD0E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32415A1A-755C-EDC4-5542-4E2338E787D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2" name="Inhaltsplatzhalter 9">
            <a:extLst>
              <a:ext uri="{FF2B5EF4-FFF2-40B4-BE49-F238E27FC236}">
                <a16:creationId xmlns:a16="http://schemas.microsoft.com/office/drawing/2014/main" id="{527D5B62-9FAA-F21D-1333-063B246C9974}"/>
              </a:ext>
            </a:extLst>
          </p:cNvPr>
          <p:cNvSpPr txBox="1">
            <a:spLocks/>
          </p:cNvSpPr>
          <p:nvPr/>
        </p:nvSpPr>
        <p:spPr>
          <a:xfrm>
            <a:off x="359532" y="1207321"/>
            <a:ext cx="8424467" cy="3332402"/>
          </a:xfrm>
          <a:prstGeom prst="rect">
            <a:avLst/>
          </a:prstGeom>
        </p:spPr>
        <p:txBody>
          <a:bodyPr vert="horz" lIns="36000" tIns="36000" rIns="36000" bIns="36000" rtlCol="0" anchor="t">
            <a:normAutofit/>
          </a:bodyPr>
          <a:lstStyle>
            <a:lvl1pPr marL="216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dirty="0"/>
              <a:t>What can be done about this?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🗹 Find existing vulnerabilities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☐ Prevent new vulnerabilities</a:t>
            </a:r>
          </a:p>
        </p:txBody>
      </p:sp>
    </p:spTree>
    <p:extLst>
      <p:ext uri="{BB962C8B-B14F-4D97-AF65-F5344CB8AC3E}">
        <p14:creationId xmlns:p14="http://schemas.microsoft.com/office/powerpoint/2010/main" val="2196692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8C2E8-6FBF-0F6F-0B3B-93E3FEAD7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38805191-FFAD-9A03-AD05-E469105BCD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bg2"/>
                </a:solidFill>
              </a:rPr>
              <a:t>The Causes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1C2F7245-0BA0-6ABC-ADF1-AFE6FD94E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State of Android App Security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4D48D23-C47F-CFBD-F903-5EF04F947F4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3FB1FBBF-5993-A467-B36D-4E124D3D3D1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C076E40C-2F25-7A6B-6BA2-54F0DDCAE6F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2" name="Inhaltsplatzhalter 9">
            <a:extLst>
              <a:ext uri="{FF2B5EF4-FFF2-40B4-BE49-F238E27FC236}">
                <a16:creationId xmlns:a16="http://schemas.microsoft.com/office/drawing/2014/main" id="{E18E8960-5BFF-9B51-423F-4745EFE49F0C}"/>
              </a:ext>
            </a:extLst>
          </p:cNvPr>
          <p:cNvSpPr txBox="1">
            <a:spLocks/>
          </p:cNvSpPr>
          <p:nvPr/>
        </p:nvSpPr>
        <p:spPr>
          <a:xfrm>
            <a:off x="359532" y="1207321"/>
            <a:ext cx="8424467" cy="3332402"/>
          </a:xfrm>
          <a:prstGeom prst="rect">
            <a:avLst/>
          </a:prstGeom>
        </p:spPr>
        <p:txBody>
          <a:bodyPr vert="horz" lIns="36000" tIns="36000" rIns="36000" bIns="36000" rtlCol="0" anchor="t">
            <a:normAutofit/>
          </a:bodyPr>
          <a:lstStyle>
            <a:lvl1pPr marL="216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dirty="0"/>
              <a:t>What can be done about this?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🗹 Find existing vulnerabilities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🗹 Prevent new vulnerabilities</a:t>
            </a:r>
          </a:p>
        </p:txBody>
      </p:sp>
    </p:spTree>
    <p:extLst>
      <p:ext uri="{BB962C8B-B14F-4D97-AF65-F5344CB8AC3E}">
        <p14:creationId xmlns:p14="http://schemas.microsoft.com/office/powerpoint/2010/main" val="2965204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38361-CB1A-356C-FB9D-8009EE0B1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10D28B7-7496-B2C5-2B11-4E2C16B57E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Making Mobile Security More Accessible</a:t>
            </a:r>
            <a:endParaRPr lang="en-US" noProof="0" dirty="0">
              <a:solidFill>
                <a:schemeClr val="bg2"/>
              </a:solidFill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34A58033-1F69-CEE3-7731-CA538AB11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tx1"/>
                </a:solidFill>
              </a:rPr>
              <a:t>Understanding the Challenge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463B56FC-3291-C362-438D-C8910CCCD8D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533" y="1203598"/>
            <a:ext cx="8424467" cy="3332402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en-US" dirty="0"/>
              <a:t>OWASP</a:t>
            </a:r>
            <a:r>
              <a:rPr lang="en-US" noProof="0" dirty="0"/>
              <a:t> MASTG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MASTG reference apps</a:t>
            </a:r>
          </a:p>
          <a:p>
            <a:pPr>
              <a:lnSpc>
                <a:spcPct val="150000"/>
              </a:lnSpc>
            </a:pPr>
            <a:r>
              <a:rPr lang="en-US" i="1" noProof="0" dirty="0"/>
              <a:t>Challenge: Lack of coverage</a:t>
            </a:r>
          </a:p>
          <a:p>
            <a:pPr>
              <a:lnSpc>
                <a:spcPct val="150000"/>
              </a:lnSpc>
            </a:pPr>
            <a:endParaRPr lang="en-US" noProof="0" dirty="0"/>
          </a:p>
          <a:p>
            <a:pPr>
              <a:lnSpc>
                <a:spcPct val="150000"/>
              </a:lnSpc>
            </a:pPr>
            <a:endParaRPr lang="en-US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C49F020-5EA0-7EC7-C7AD-C23FCEB88D3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925800FB-27EF-77D8-02F8-FED4CFF6640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29478A35-B338-4E2F-E8A9-6CBE4FFD237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60209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2B11E-9674-7AB8-C228-291A6DDF1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1A54E8B1-5D1E-34CB-FDA8-35AD55E9F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tx1"/>
                </a:solidFill>
              </a:rPr>
              <a:t>Understanding the Challenge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D338A819-2FC9-5004-C0CA-F51549C5989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533" y="1203598"/>
            <a:ext cx="8424467" cy="3332402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en-US" dirty="0"/>
              <a:t>Tools for vulnerability detection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b="1" dirty="0"/>
              <a:t>S</a:t>
            </a:r>
            <a:r>
              <a:rPr lang="en-US" dirty="0"/>
              <a:t>tatic &amp; </a:t>
            </a:r>
            <a:r>
              <a:rPr lang="en-US" b="1" dirty="0"/>
              <a:t>D</a:t>
            </a:r>
            <a:r>
              <a:rPr lang="en-US" dirty="0"/>
              <a:t>ynamic </a:t>
            </a:r>
            <a:r>
              <a:rPr lang="en-US" b="1" dirty="0"/>
              <a:t>A</a:t>
            </a:r>
            <a:r>
              <a:rPr lang="en-US" dirty="0"/>
              <a:t>pplication </a:t>
            </a:r>
            <a:r>
              <a:rPr lang="en-US" b="1" dirty="0"/>
              <a:t>S</a:t>
            </a:r>
            <a:r>
              <a:rPr lang="en-US" dirty="0"/>
              <a:t>ecurity </a:t>
            </a:r>
            <a:r>
              <a:rPr lang="en-US" b="1" dirty="0"/>
              <a:t>T</a:t>
            </a:r>
            <a:r>
              <a:rPr lang="en-US" dirty="0"/>
              <a:t>esting (</a:t>
            </a:r>
            <a:r>
              <a:rPr lang="en-US" b="1" dirty="0"/>
              <a:t>SAST</a:t>
            </a:r>
            <a:r>
              <a:rPr lang="en-US" dirty="0"/>
              <a:t>, </a:t>
            </a:r>
            <a:r>
              <a:rPr lang="en-US" b="1" dirty="0"/>
              <a:t>DAST</a:t>
            </a:r>
            <a:r>
              <a:rPr lang="en-US" dirty="0"/>
              <a:t>)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Abundance of such tools</a:t>
            </a:r>
          </a:p>
          <a:p>
            <a:pPr>
              <a:lnSpc>
                <a:spcPct val="150000"/>
              </a:lnSpc>
            </a:pPr>
            <a:r>
              <a:rPr lang="en-US" i="1" noProof="0" dirty="0"/>
              <a:t>Challenge: How to know which ones are good?</a:t>
            </a:r>
          </a:p>
          <a:p>
            <a:pPr>
              <a:lnSpc>
                <a:spcPct val="150000"/>
              </a:lnSpc>
            </a:pPr>
            <a:endParaRPr lang="en-US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21B46C5-33D2-64C8-961A-18A8C5680B8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9E499DC6-755C-B416-6DD7-5A98C8DBDDE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BDAB4CC4-6EDF-343E-6C02-77CCDA85F5C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939EF99-1679-F6D0-F2F5-CE31206A81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Promoting the Best Security Testing Tools</a:t>
            </a:r>
            <a:endParaRPr lang="en-US" noProof="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1384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6E9C4-3639-5E1B-E550-39781D41C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894F11F-C60F-4202-1093-8BD92068C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tx1"/>
                </a:solidFill>
              </a:rPr>
              <a:t>Understanding the Challenge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145015F5-0DD1-B6E8-FD2A-E6D6F74830C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533" y="1203598"/>
            <a:ext cx="8424467" cy="3332402"/>
          </a:xfrm>
        </p:spPr>
        <p:txBody>
          <a:bodyPr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noProof="0" dirty="0"/>
              <a:t>By developing well documented MASTG apps we…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noProof="0" dirty="0"/>
              <a:t>	…improve educational value of OWASP MASTG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noProof="0" dirty="0"/>
              <a:t>	...create a benchmark for evaluating SAST &amp; DAST tools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noProof="0" dirty="0"/>
              <a:t>	…</a:t>
            </a:r>
            <a:r>
              <a:rPr lang="en-US" i="1" noProof="0" dirty="0"/>
              <a:t>solve both challenges!</a:t>
            </a:r>
          </a:p>
          <a:p>
            <a:pPr>
              <a:lnSpc>
                <a:spcPct val="150000"/>
              </a:lnSpc>
            </a:pPr>
            <a:endParaRPr lang="en-US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5FB908D-D8BF-0C0D-86D6-982D494D17C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A0EEAA52-275F-03EC-1ABB-F9BA0F7BB8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3B76F587-DA32-4C26-9E54-C563C5C41E4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7CBE579-753C-1D26-5C14-DC2F7F0F90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Our Purpose</a:t>
            </a:r>
            <a:endParaRPr lang="en-US" noProof="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014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A3DB6-7C57-B148-C099-30341420A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ECAF3FF4-860D-11D6-0BBF-688C6A53F58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6F6823B2-233E-B344-0204-D33C3D8C4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tx1"/>
                </a:solidFill>
              </a:rPr>
              <a:t>Presentation Outline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2FDDDCC1-3097-9AE7-217A-DE8C59FFD4D3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533" y="1203598"/>
            <a:ext cx="8424467" cy="3332402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en-US" noProof="0" dirty="0"/>
              <a:t>Background Knowledge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Connection to Academia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State of the Art in MASTG Reference </a:t>
            </a:r>
            <a:r>
              <a:rPr lang="en-US" dirty="0"/>
              <a:t>A</a:t>
            </a:r>
            <a:r>
              <a:rPr lang="en-US" noProof="0" dirty="0" err="1"/>
              <a:t>pps</a:t>
            </a:r>
            <a:endParaRPr lang="en-US" noProof="0" dirty="0"/>
          </a:p>
          <a:p>
            <a:pPr>
              <a:lnSpc>
                <a:spcPct val="150000"/>
              </a:lnSpc>
            </a:pPr>
            <a:r>
              <a:rPr lang="en-US" noProof="0" dirty="0"/>
              <a:t>Design of </a:t>
            </a:r>
            <a:r>
              <a:rPr lang="en-US" dirty="0"/>
              <a:t>O</a:t>
            </a:r>
            <a:r>
              <a:rPr lang="en-US" noProof="0" dirty="0" err="1"/>
              <a:t>ur</a:t>
            </a:r>
            <a:r>
              <a:rPr lang="en-US" noProof="0" dirty="0"/>
              <a:t> Apps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Results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Outlook</a:t>
            </a:r>
          </a:p>
          <a:p>
            <a:pPr>
              <a:lnSpc>
                <a:spcPct val="150000"/>
              </a:lnSpc>
            </a:pPr>
            <a:endParaRPr lang="en-US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2534549-9D65-6315-AA9C-A6A1B7CA2AA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C853293-6E22-37C3-798B-7DA75E98C4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CE666C26-B502-CD54-258D-FD1527F4A2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30483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20AA4-DA55-7BE9-28F8-DC5DE6E32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EE18FE0-5110-221B-5E9A-3F39AE20B52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bg2"/>
                </a:solidFill>
              </a:rPr>
              <a:t>OWASP Ecosystem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88E793A1-DC25-04B5-F11E-1AF4DEBD9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tx1"/>
                </a:solidFill>
              </a:rPr>
              <a:t>Background Knowledge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9D7E1205-EBFA-81B7-68E4-06944F89FC13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533" y="1203598"/>
            <a:ext cx="8424467" cy="3332402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endParaRPr lang="en-US" noProof="0" dirty="0"/>
          </a:p>
          <a:p>
            <a:pPr>
              <a:lnSpc>
                <a:spcPct val="150000"/>
              </a:lnSpc>
            </a:pPr>
            <a:endParaRPr lang="en-US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592E8739-05C9-643E-6329-8C76AA742F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CH" dirty="0"/>
              <a:t>(OWASP MAS, 2026)</a:t>
            </a:r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DCC91783-C96B-0CB5-9140-6690022C945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7BA30DAA-2FA0-7775-2816-7E35F3909A3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16</a:t>
            </a:fld>
            <a:endParaRPr lang="en-US" noProof="0" dirty="0"/>
          </a:p>
        </p:txBody>
      </p:sp>
      <p:pic>
        <p:nvPicPr>
          <p:cNvPr id="3" name="Grafik 2" descr="Ein Bild, das Text, Grafikdesign, Buch, Design enthält.&#10;&#10;KI-generierte Inhalte können fehlerhaft sein.">
            <a:extLst>
              <a:ext uri="{FF2B5EF4-FFF2-40B4-BE49-F238E27FC236}">
                <a16:creationId xmlns:a16="http://schemas.microsoft.com/office/drawing/2014/main" id="{7F41B9A3-E85B-C6BC-33C8-A267C38BC8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1793030"/>
            <a:ext cx="4932040" cy="2742970"/>
          </a:xfrm>
          <a:prstGeom prst="rect">
            <a:avLst/>
          </a:prstGeom>
        </p:spPr>
      </p:pic>
      <p:sp>
        <p:nvSpPr>
          <p:cNvPr id="5" name="Inhaltsplatzhalter 9">
            <a:extLst>
              <a:ext uri="{FF2B5EF4-FFF2-40B4-BE49-F238E27FC236}">
                <a16:creationId xmlns:a16="http://schemas.microsoft.com/office/drawing/2014/main" id="{3E282A58-1ECB-7B50-AE64-767C97DB40CD}"/>
              </a:ext>
            </a:extLst>
          </p:cNvPr>
          <p:cNvSpPr txBox="1">
            <a:spLocks/>
          </p:cNvSpPr>
          <p:nvPr/>
        </p:nvSpPr>
        <p:spPr>
          <a:xfrm>
            <a:off x="359532" y="1207321"/>
            <a:ext cx="8424467" cy="3332402"/>
          </a:xfrm>
          <a:prstGeom prst="rect">
            <a:avLst/>
          </a:prstGeom>
        </p:spPr>
        <p:txBody>
          <a:bodyPr vert="horz" lIns="36000" tIns="36000" rIns="36000" bIns="36000" rtlCol="0" anchor="t">
            <a:normAutofit/>
          </a:bodyPr>
          <a:lstStyle>
            <a:lvl1pPr marL="216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b="1" noProof="0" dirty="0"/>
              <a:t>M</a:t>
            </a:r>
            <a:r>
              <a:rPr lang="en-US" noProof="0" dirty="0"/>
              <a:t>obile </a:t>
            </a:r>
            <a:r>
              <a:rPr lang="en-US" b="1" noProof="0" dirty="0"/>
              <a:t>A</a:t>
            </a:r>
            <a:r>
              <a:rPr lang="en-US" noProof="0" dirty="0"/>
              <a:t>pplication </a:t>
            </a:r>
            <a:r>
              <a:rPr lang="en-US" b="1" noProof="0" dirty="0"/>
              <a:t>S</a:t>
            </a:r>
            <a:r>
              <a:rPr lang="en-US" noProof="0" dirty="0"/>
              <a:t>ecurity project (</a:t>
            </a:r>
            <a:r>
              <a:rPr lang="en-US" b="1" noProof="0" dirty="0"/>
              <a:t>MAS</a:t>
            </a:r>
            <a:r>
              <a:rPr lang="en-US" noProof="0" dirty="0"/>
              <a:t>)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Assess security standards through tests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MASVS: What to test against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MASWE: What to test for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MASTG: How to test for it</a:t>
            </a:r>
          </a:p>
          <a:p>
            <a:pPr>
              <a:lnSpc>
                <a:spcPct val="150000"/>
              </a:lnSpc>
            </a:pPr>
            <a:endParaRPr lang="en-US" noProof="0" dirty="0"/>
          </a:p>
          <a:p>
            <a:pPr>
              <a:lnSpc>
                <a:spcPct val="150000"/>
              </a:lnSpc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148493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E0238-FD12-B8B5-6245-B53DD25E4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6E3476D-2059-49CF-BA61-026DC8C4C4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89D09C25-DEA1-E475-00CF-92DFC1746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tx1"/>
                </a:solidFill>
              </a:rPr>
              <a:t>Connection to Academia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32C4C2F1-99EA-EB79-69A3-6B4860CF226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533" y="1203598"/>
            <a:ext cx="8424467" cy="3332402"/>
          </a:xfrm>
        </p:spPr>
        <p:txBody>
          <a:bodyPr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i="1" noProof="0" dirty="0"/>
              <a:t>Why do we care?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956B54C-C4A1-4D05-1591-C4C259FDC05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1260023-4C1B-18FF-8831-817A18FCA61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548258AF-B993-0756-3693-1451F585BD3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670422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AA0E9-9292-00CF-19C2-06B18A055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9D0AC68-22DF-03C3-A422-404F709D47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Methodology</a:t>
            </a:r>
            <a:endParaRPr lang="en-US" noProof="0" dirty="0">
              <a:solidFill>
                <a:schemeClr val="bg2"/>
              </a:solidFill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2A52234-3AB0-E337-8297-E5B1C052E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Connection to Academia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ED2AA30C-0E1E-3C86-6CDB-B182D64B11A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533" y="1203598"/>
            <a:ext cx="8424467" cy="3332402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en-US" noProof="0" dirty="0"/>
              <a:t>Literature Review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“OWASP” &amp; “MASTG” on Google Scholar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Written in English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Published after 2023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15 Papers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93F8033-982D-063F-D0D2-5B7A79E922D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9D4275D2-358A-7DCE-2EE6-BABA4E04A87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63E60019-7183-A859-8E7D-287298EB34D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77100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6AE6D-555F-5A35-2554-18A84DF37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843E294-50ED-0AE8-F066-0D6BE9E684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Findings</a:t>
            </a:r>
            <a:endParaRPr lang="en-US" noProof="0" dirty="0">
              <a:solidFill>
                <a:schemeClr val="bg2"/>
              </a:solidFill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87B1362-6F3D-120C-6BE7-0A0978275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Connection to Academia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A586177D-F91E-4FA9-848C-79F3EC6C5C79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533" y="1203598"/>
            <a:ext cx="8424467" cy="3332402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en-US" noProof="0" dirty="0"/>
              <a:t>MAS used for evaluating real-world apps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Strong presence of cryptography vulnerabilities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Storage and platform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D2333BE-601E-7505-AE51-D0C816A9802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D22C2F37-AE6B-1626-8596-6DECCEB388A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5D31D3F-0D15-5AAC-CA0B-68144C3ED16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990292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33B7E-72D3-1709-B65C-B3D8DC698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D381B2E-4AFF-D4C0-6343-A568834FB8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Findings</a:t>
            </a:r>
            <a:endParaRPr lang="en-US" noProof="0" dirty="0">
              <a:solidFill>
                <a:schemeClr val="bg2"/>
              </a:solidFill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1ED5E6CC-8E9C-6CB3-1CF2-68F978E8B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Connection to Academia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79C9BA29-3B39-660E-ABE9-71978695514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533" y="1203598"/>
            <a:ext cx="8424467" cy="3332402"/>
          </a:xfrm>
        </p:spPr>
        <p:txBody>
          <a:bodyPr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noProof="0" dirty="0"/>
              <a:t>MASTG reference apps used for:</a:t>
            </a:r>
          </a:p>
          <a:p>
            <a:pPr>
              <a:lnSpc>
                <a:spcPct val="150000"/>
              </a:lnSpc>
            </a:pPr>
            <a:r>
              <a:rPr lang="en-US" dirty="0"/>
              <a:t>Developing &amp; t</a:t>
            </a:r>
            <a:r>
              <a:rPr lang="en-US" noProof="0" dirty="0" err="1"/>
              <a:t>esting</a:t>
            </a:r>
            <a:r>
              <a:rPr lang="en-US" noProof="0" dirty="0"/>
              <a:t> tools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48CA5CC-A51D-381C-6849-0D90C9D653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BBC15E4-EE0A-3CA4-5E66-8A0625B023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09BAEEFB-D1F0-912C-1FBB-43BC11BF772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074218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4C0DE-1380-91C2-0F3C-7B21E3767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377CF773-BFCA-D3B5-2AF7-7D7335614C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Findings</a:t>
            </a:r>
            <a:endParaRPr lang="en-US" noProof="0" dirty="0">
              <a:solidFill>
                <a:schemeClr val="bg2"/>
              </a:solidFill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E666D68-0D73-30A0-1CD7-DDA6D8144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Connection to Academia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624B0D4A-7708-B6EC-F002-7DF590D7D20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533" y="1203598"/>
            <a:ext cx="8424467" cy="3332402"/>
          </a:xfrm>
        </p:spPr>
        <p:txBody>
          <a:bodyPr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noProof="0" dirty="0"/>
              <a:t>Take-away points: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Significant use-case for academia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Evaluating real-world apps</a:t>
            </a:r>
          </a:p>
          <a:p>
            <a:pPr>
              <a:lnSpc>
                <a:spcPct val="150000"/>
              </a:lnSpc>
            </a:pPr>
            <a:r>
              <a:rPr lang="en-US" dirty="0"/>
              <a:t>Developing &amp; testing tools</a:t>
            </a:r>
            <a:endParaRPr lang="en-US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C59DB9BD-6149-4BF0-EE69-27F9C246139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18497FD9-1CA0-DE30-143F-294594CC2E0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0B2259FF-ED81-7380-55AF-A876F69C16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607045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B1F7E-92A6-4C6C-183A-68C0BC6EE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509BCEB-73EC-F2FF-D7D1-DC7CFAEB0E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Understanding the Challenge</a:t>
            </a:r>
            <a:endParaRPr lang="en-US" noProof="0" dirty="0">
              <a:solidFill>
                <a:schemeClr val="bg2"/>
              </a:solidFill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C682571B-C559-5183-3951-9894A7698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State of the Art in MASTG Reference Apps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E1AB05A6-B10A-4874-6B0F-21E5160E7B4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533" y="1203598"/>
            <a:ext cx="8424467" cy="3332402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en-US" noProof="0" dirty="0"/>
              <a:t>Our goal is clear: develop MASTG reference apps</a:t>
            </a:r>
          </a:p>
          <a:p>
            <a:pPr>
              <a:lnSpc>
                <a:spcPct val="150000"/>
              </a:lnSpc>
            </a:pPr>
            <a:r>
              <a:rPr lang="en-US" i="1" noProof="0" dirty="0"/>
              <a:t>What makes a good reference app?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2E852CA-1974-5955-9DD6-316FF4D74B2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B4A35F96-9ACA-F8A2-CEC7-8E162B9165A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32AE0C18-55B9-0E93-0E77-63AD3F17D32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536233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8FFB0-9015-D5A5-681C-008FEF57C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CF5923D8-3BCC-5B07-EC1B-F39C32A70A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Methodology</a:t>
            </a:r>
            <a:endParaRPr lang="en-US" noProof="0" dirty="0">
              <a:solidFill>
                <a:schemeClr val="bg2"/>
              </a:solidFill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ABE2DD50-D408-7AE8-347A-8A64FFE59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State of the Art in MASTG Reference Apps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2151D15C-CB8A-CA6E-794D-50DF1DFC5E23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533" y="1203598"/>
            <a:ext cx="8424467" cy="3332402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en-US" noProof="0" dirty="0"/>
              <a:t>Analyze source code and documentation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Map vulnerabilities to MASWE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Explore data</a:t>
            </a:r>
          </a:p>
          <a:p>
            <a:pPr>
              <a:lnSpc>
                <a:spcPct val="150000"/>
              </a:lnSpc>
            </a:pPr>
            <a:r>
              <a:rPr lang="en-US" i="1" noProof="0" dirty="0"/>
              <a:t>Challenge: Missing source code and documentation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AE9005D-2042-F804-CDA6-1D7854D2AD6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0CB5406-475E-4B6B-A55A-670388A42D3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122B8BAC-0D20-9867-86A3-4402B4FE104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460854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5086D-01E8-EF8E-A366-9C88BB021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48C1323-1CE5-8D56-723D-1E186BD730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Methodology</a:t>
            </a:r>
            <a:endParaRPr lang="en-US" noProof="0" dirty="0">
              <a:solidFill>
                <a:schemeClr val="bg2"/>
              </a:solidFill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D031E9E9-77B6-9FAC-3799-370FB413B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State of the Art in MASTG Reference Apps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A8F3FD39-A325-AE57-71B6-E5A7826E07E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533" y="1203598"/>
            <a:ext cx="8424467" cy="3332402"/>
          </a:xfrm>
        </p:spPr>
        <p:txBody>
          <a:bodyPr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noProof="0" dirty="0"/>
              <a:t>Of </a:t>
            </a:r>
            <a:r>
              <a:rPr lang="en-US" b="1" dirty="0"/>
              <a:t>25</a:t>
            </a:r>
            <a:r>
              <a:rPr lang="en-US" b="1" noProof="0" dirty="0"/>
              <a:t> unique </a:t>
            </a:r>
            <a:r>
              <a:rPr lang="en-US" noProof="0" dirty="0"/>
              <a:t>apps hosted by OWASP MASTG...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	…</a:t>
            </a:r>
            <a:r>
              <a:rPr lang="en-US" b="1" dirty="0"/>
              <a:t>18</a:t>
            </a:r>
            <a:r>
              <a:rPr lang="en-US" dirty="0"/>
              <a:t> are</a:t>
            </a:r>
            <a:r>
              <a:rPr lang="en-US" b="1" dirty="0"/>
              <a:t> Android </a:t>
            </a:r>
            <a:r>
              <a:rPr lang="en-US" dirty="0"/>
              <a:t>apps…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	…with </a:t>
            </a:r>
            <a:r>
              <a:rPr lang="en-US" b="1" dirty="0"/>
              <a:t>12</a:t>
            </a:r>
            <a:r>
              <a:rPr lang="en-US" dirty="0"/>
              <a:t> having </a:t>
            </a:r>
            <a:r>
              <a:rPr lang="en-US" b="1" dirty="0"/>
              <a:t>source code</a:t>
            </a:r>
            <a:r>
              <a:rPr lang="en-US" dirty="0"/>
              <a:t>…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	…and </a:t>
            </a:r>
            <a:r>
              <a:rPr lang="en-US" b="1" dirty="0"/>
              <a:t>8 </a:t>
            </a:r>
            <a:r>
              <a:rPr lang="en-US" dirty="0"/>
              <a:t>have</a:t>
            </a:r>
            <a:r>
              <a:rPr lang="en-US" b="1" dirty="0"/>
              <a:t> vulnerability documentation </a:t>
            </a:r>
            <a:r>
              <a:rPr lang="en-US" dirty="0"/>
              <a:t>available.</a:t>
            </a:r>
          </a:p>
          <a:p>
            <a:pPr marL="0" indent="0">
              <a:lnSpc>
                <a:spcPct val="150000"/>
              </a:lnSpc>
              <a:buNone/>
            </a:pPr>
            <a:endParaRPr lang="en-US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58BFC11F-17C3-3FFE-831E-E7BA60BC70B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CH" dirty="0"/>
              <a:t>(OWASP MASTG, 2025)</a:t>
            </a:r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9FC65FEA-DCDB-3C60-8AA3-5244C3049CB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5A6EF2EA-915F-5F73-F52F-6B1FE29C4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24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89236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7193B-18E5-03D2-58A2-BE9F93024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F4F34F2-AEBB-9762-D7DC-6D1EBE53C7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Results Overview</a:t>
            </a:r>
            <a:endParaRPr lang="en-US" noProof="0" dirty="0">
              <a:solidFill>
                <a:schemeClr val="bg2"/>
              </a:solidFill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A68EA11-9477-8242-54ED-E09A4647F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State of the Art in MASTG Reference Apps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5E5F774C-1E66-C857-E977-E5E06B65D10A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533" y="1203598"/>
            <a:ext cx="8424467" cy="3332402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en-US" noProof="0" dirty="0"/>
              <a:t>163 implemented vulnerabilities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Of 117 MASWE vulnerability types…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noProof="0" dirty="0"/>
              <a:t>	</a:t>
            </a:r>
            <a:r>
              <a:rPr lang="en-US" dirty="0"/>
              <a:t>…42 (35.9%) covered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noProof="0" dirty="0"/>
              <a:t>	…</a:t>
            </a:r>
            <a:r>
              <a:rPr lang="en-US" dirty="0"/>
              <a:t>75 (64.1%) with no reference implementations</a:t>
            </a:r>
            <a:endParaRPr lang="en-US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737D8631-F40C-35F6-70A7-BB9A629EA7D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7BDDC0F6-D720-7637-BBD8-88E0310663B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BCE2B882-AF6C-5C5C-65CF-24423AFCC97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25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269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D5DEC-04F5-D8F7-910F-985C18DE5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F3F2570-A9A3-6042-C006-BD91C105D9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Results Overview</a:t>
            </a:r>
            <a:endParaRPr lang="en-US" noProof="0" dirty="0">
              <a:solidFill>
                <a:schemeClr val="bg2"/>
              </a:solidFill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86F8E6E3-A754-4021-C3AA-6813B0336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State of the Art in MASTG Reference Apps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89C32563-C6BC-9021-ED34-C767BFFAFA4C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533" y="1203598"/>
            <a:ext cx="8424467" cy="3332402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en-US" noProof="0" dirty="0"/>
              <a:t>Most vulnerability types without reference implementation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Small group is completely overrepresented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Reflected in coverage by category as well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5E71139-B34B-9880-84D1-FFF83ECA4CF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61D2100-2ED0-86C4-E3F7-58ADC89BBB0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1914923D-425F-6C2D-6E61-788A63689F3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26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158194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AEED3-820A-E3C0-A771-BDF00D104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3ACB5757-5A6B-434F-FD0D-35EA5A630A1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Skewered Coverage of Vulnerability Types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E6108429-5608-01F5-35B0-6D8B5A807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State of the Art in MASTG Reference Apps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F4D0EF72-6BF5-DB4D-7995-3A56034A88FC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533" y="1203598"/>
            <a:ext cx="8424467" cy="3332402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en-US" dirty="0"/>
              <a:t>Top 10 vulnerability types account for 53.4% of all implementations</a:t>
            </a:r>
          </a:p>
          <a:p>
            <a:pPr>
              <a:lnSpc>
                <a:spcPct val="150000"/>
              </a:lnSpc>
            </a:pPr>
            <a:r>
              <a:rPr lang="en-US" dirty="0"/>
              <a:t>5 of category Platform</a:t>
            </a:r>
          </a:p>
          <a:p>
            <a:pPr>
              <a:lnSpc>
                <a:spcPct val="150000"/>
              </a:lnSpc>
            </a:pPr>
            <a:r>
              <a:rPr lang="en-US" dirty="0"/>
              <a:t>3 of category Storage</a:t>
            </a:r>
          </a:p>
          <a:p>
            <a:pPr>
              <a:lnSpc>
                <a:spcPct val="150000"/>
              </a:lnSpc>
            </a:pPr>
            <a:r>
              <a:rPr lang="en-US" dirty="0"/>
              <a:t>Reflects study results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AD5E2D0-756E-F45F-53E8-F20F3D73125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BAC9D7E3-BDC7-0D56-BD55-60295A005FE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8A55B551-593B-558D-0CB7-D36647F7C9D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27</a:t>
            </a:fld>
            <a:endParaRPr lang="en-US" noProof="0" dirty="0"/>
          </a:p>
        </p:txBody>
      </p:sp>
      <p:pic>
        <p:nvPicPr>
          <p:cNvPr id="4" name="Grafik 3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8BA1C4DB-FA78-CC79-254A-F04BC5514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955" y="1852044"/>
            <a:ext cx="5501682" cy="273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756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43637-D2FD-AD52-68A8-B943BAB89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103AA15-7B23-42DD-E449-1E825014CC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Skewered Coverage of Vulnerability Categories</a:t>
            </a:r>
            <a:endParaRPr lang="en-US" noProof="0" dirty="0">
              <a:solidFill>
                <a:schemeClr val="bg2"/>
              </a:solidFill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00D112F5-102E-31D9-552D-8463A244C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State of the Art in MASTG Reference Apps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DE7FA4BA-6EA4-8C8E-580A-F457510AEA6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533" y="1203598"/>
            <a:ext cx="8424467" cy="3332402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en-US" noProof="0" dirty="0"/>
              <a:t>Favoring of Storage and Platform vulnerability types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Lack of Privacy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C62D1908-2EEC-EE71-8828-97D4508191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C5746516-6295-A892-43AB-3F26098AC00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06997794-13A3-EEF9-765C-ED6A3CBDC5D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28</a:t>
            </a:fld>
            <a:endParaRPr lang="en-US" noProof="0" dirty="0"/>
          </a:p>
        </p:txBody>
      </p:sp>
      <p:pic>
        <p:nvPicPr>
          <p:cNvPr id="16" name="Grafik 15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FBFF6CC8-0115-B442-5264-3D3BD210F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137" y="1915610"/>
            <a:ext cx="5501682" cy="272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2614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10894-AC59-53B0-65F1-F4E144D57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9C35A3DD-A023-A702-60C9-E83151780AF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Skewered Coverage of Vulnerability Categories</a:t>
            </a:r>
            <a:endParaRPr lang="en-US" noProof="0" dirty="0">
              <a:solidFill>
                <a:schemeClr val="bg2"/>
              </a:solidFill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A025C0AB-962A-282A-0043-6E6B2ED1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State of the Art in MASTG Reference Apps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6E718A96-AEA2-E265-63FA-9D833CE83633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533" y="1203598"/>
            <a:ext cx="8424467" cy="3332402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en-US" dirty="0"/>
              <a:t>Auth and Crypto have most unrepresented vulnerabilities</a:t>
            </a:r>
          </a:p>
          <a:p>
            <a:pPr>
              <a:lnSpc>
                <a:spcPct val="150000"/>
              </a:lnSpc>
            </a:pPr>
            <a:r>
              <a:rPr lang="en-US" dirty="0"/>
              <a:t>Dominance of Platform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C703E3A-EEB3-817D-093E-340F730748A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50269AB1-5424-62E0-533F-19D03018E14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3EE1F040-0B41-97AD-DABE-DD28D59F10A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29</a:t>
            </a:fld>
            <a:endParaRPr lang="en-US" noProof="0" dirty="0"/>
          </a:p>
        </p:txBody>
      </p:sp>
      <p:pic>
        <p:nvPicPr>
          <p:cNvPr id="5" name="Grafik 4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AB65EF75-83F2-1D4D-13F6-152B42483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979" y="1919624"/>
            <a:ext cx="5517840" cy="2733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2117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1ACF5-18A0-EAE5-A8C8-475B7867D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BFE2FA0-3875-E63F-A13E-92265A1C210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Take-Away Points</a:t>
            </a:r>
            <a:endParaRPr lang="en-US" noProof="0" dirty="0">
              <a:solidFill>
                <a:schemeClr val="bg2"/>
              </a:solidFill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8FB65092-B6F7-EA63-2473-E42A23A13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State of the Art in MASTG Reference Apps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D196EB32-07BB-9EDA-EA78-295AE111AB6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533" y="1203598"/>
            <a:ext cx="8424467" cy="3332402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en-US" noProof="0" dirty="0"/>
              <a:t>Uneven coverage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Many without any implementation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Most implementations cover the same types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307A860-3827-6F06-296E-00585923ABC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7D4F15AF-8828-B4E0-C81F-00B70DDD2BC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6B43B162-B6F0-67F0-A483-1AE252154D1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30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0045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C4075-1FC6-D5EE-574B-05F6521F0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42471FA-6B96-2A48-B81B-4A7D45A0B6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Significance for Our Apps</a:t>
            </a:r>
            <a:endParaRPr lang="en-US" noProof="0" dirty="0">
              <a:solidFill>
                <a:schemeClr val="bg2"/>
              </a:solidFill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47DEFD3A-84E7-AA54-1523-4EE85251E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State of the Art in MASTG Reference Apps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8F4E58F5-2341-2B40-98FD-A10FF5E37FBA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533" y="1203598"/>
            <a:ext cx="8424467" cy="3332402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en-US" noProof="0" dirty="0"/>
              <a:t>Completely open-source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Extensive documentation</a:t>
            </a:r>
          </a:p>
          <a:p>
            <a:pPr>
              <a:lnSpc>
                <a:spcPct val="150000"/>
              </a:lnSpc>
            </a:pPr>
            <a:r>
              <a:rPr lang="en-US" dirty="0"/>
              <a:t>Vulnerabilities with no coverage</a:t>
            </a:r>
            <a:endParaRPr lang="en-US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14A3998-2A48-183B-C336-6441A00DCC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5D2F4C98-D62D-01FF-2D8E-71E2DE1EAD7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FB0042D3-BCD3-7C80-60EC-0EDF161535C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31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388177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A3952-823F-8219-7E6A-8D8FC0756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BD67313-B2D8-1380-031F-011B643D75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Significance for Our Apps</a:t>
            </a:r>
            <a:endParaRPr lang="en-US" noProof="0" dirty="0">
              <a:solidFill>
                <a:schemeClr val="bg2"/>
              </a:solidFill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22999AC-490B-298B-56E1-A8B3438BD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State of the Art in MASTG Reference Apps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93D12BA4-0790-FBF1-683E-0A2BB0F0B99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533" y="1203598"/>
            <a:ext cx="8424467" cy="3332402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en-US" noProof="0" dirty="0"/>
              <a:t>One category at a time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Focus on MASVS-CRYPTO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Start with MASVS-STORAGE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40E70E9-4E14-C78A-35F9-9776B9C431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0C9F215-4ADC-3AC7-E5DE-B9819A9EDBE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905A06EB-2963-FEAA-FBFF-9344A5D613A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32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367513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42CDC-AE40-2043-91B5-FA9B459C8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F11FF47-86F5-05D9-C898-0FD3FB1997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Modular Architecture</a:t>
            </a:r>
            <a:endParaRPr lang="en-US" noProof="0" dirty="0">
              <a:solidFill>
                <a:schemeClr val="bg2"/>
              </a:solidFill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8A743DB6-A94E-34CA-ECF4-4573D0607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Designing Our Apps</a:t>
            </a:r>
          </a:p>
        </p:txBody>
      </p:sp>
      <p:pic>
        <p:nvPicPr>
          <p:cNvPr id="3" name="Inhaltsplatzhalter 2" descr="Ein Bild, das Text, Screenshot, Diagramm, Rechteck enthält.&#10;&#10;KI-generierte Inhalte können fehlerhaft sein.">
            <a:extLst>
              <a:ext uri="{FF2B5EF4-FFF2-40B4-BE49-F238E27FC236}">
                <a16:creationId xmlns:a16="http://schemas.microsoft.com/office/drawing/2014/main" id="{E2EE6E93-9B74-0C77-0E18-1F5A13D3A9E1}"/>
              </a:ext>
            </a:extLst>
          </p:cNvPr>
          <p:cNvPicPr>
            <a:picLocks noGrp="1" noChangeAspect="1"/>
          </p:cNvPicPr>
          <p:nvPr>
            <p:ph sz="quarter" idx="2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6048" y="2159724"/>
            <a:ext cx="4517952" cy="2335776"/>
          </a:xfrm>
        </p:spPr>
      </p:pic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8B0D81D-B41B-8882-1E7F-4DF1DAFA2BC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A18D5A3-4CB6-5CBC-5E17-9A197AE8E98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AA45B65B-3FDB-635B-543E-18F97EF8639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33</a:t>
            </a:fld>
            <a:endParaRPr lang="en-US" noProof="0" dirty="0"/>
          </a:p>
        </p:txBody>
      </p:sp>
      <p:sp>
        <p:nvSpPr>
          <p:cNvPr id="4" name="Inhaltsplatzhalter 9">
            <a:extLst>
              <a:ext uri="{FF2B5EF4-FFF2-40B4-BE49-F238E27FC236}">
                <a16:creationId xmlns:a16="http://schemas.microsoft.com/office/drawing/2014/main" id="{19386211-C073-B58E-3A7A-CB3A32FCDB1C}"/>
              </a:ext>
            </a:extLst>
          </p:cNvPr>
          <p:cNvSpPr txBox="1">
            <a:spLocks/>
          </p:cNvSpPr>
          <p:nvPr/>
        </p:nvSpPr>
        <p:spPr>
          <a:xfrm>
            <a:off x="359533" y="1203598"/>
            <a:ext cx="8424467" cy="3332402"/>
          </a:xfrm>
          <a:prstGeom prst="rect">
            <a:avLst/>
          </a:prstGeom>
        </p:spPr>
        <p:txBody>
          <a:bodyPr vert="horz" lIns="36000" tIns="36000" rIns="36000" bIns="36000" rtlCol="0" anchor="t">
            <a:normAutofit/>
          </a:bodyPr>
          <a:lstStyle>
            <a:lvl1pPr marL="216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noProof="0" dirty="0"/>
              <a:t>Multiple, modular apps design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One app per MASVS category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Shared resources in </a:t>
            </a:r>
            <a:r>
              <a:rPr lang="en-US" i="1" noProof="0" dirty="0"/>
              <a:t>“common”</a:t>
            </a:r>
          </a:p>
        </p:txBody>
      </p:sp>
    </p:spTree>
    <p:extLst>
      <p:ext uri="{BB962C8B-B14F-4D97-AF65-F5344CB8AC3E}">
        <p14:creationId xmlns:p14="http://schemas.microsoft.com/office/powerpoint/2010/main" val="30088491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3B27A-E95C-74E1-E657-A35EA9235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99251183-A64E-C3E4-A617-E0F19B3438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Modular Architecture</a:t>
            </a:r>
            <a:endParaRPr lang="en-US" noProof="0" dirty="0">
              <a:solidFill>
                <a:schemeClr val="bg2"/>
              </a:solidFill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06D26FC-D5D3-DCFE-69BB-EB994D68A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Designing Our Apps</a:t>
            </a:r>
            <a:endParaRPr lang="en-US" noProof="0" dirty="0">
              <a:solidFill>
                <a:schemeClr val="tx1"/>
              </a:solidFill>
            </a:endParaRPr>
          </a:p>
        </p:txBody>
      </p:sp>
      <p:pic>
        <p:nvPicPr>
          <p:cNvPr id="3" name="Inhaltsplatzhalter 2" descr="Ein Bild, das Text, Screenshot, Diagramm, Rechteck enthält.&#10;&#10;KI-generierte Inhalte können fehlerhaft sein.">
            <a:extLst>
              <a:ext uri="{FF2B5EF4-FFF2-40B4-BE49-F238E27FC236}">
                <a16:creationId xmlns:a16="http://schemas.microsoft.com/office/drawing/2014/main" id="{39FB0F4B-0604-48D6-5FA8-589883FE9B71}"/>
              </a:ext>
            </a:extLst>
          </p:cNvPr>
          <p:cNvPicPr>
            <a:picLocks noGrp="1" noChangeAspect="1"/>
          </p:cNvPicPr>
          <p:nvPr>
            <p:ph sz="quarter" idx="2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6048" y="2159724"/>
            <a:ext cx="4517952" cy="2335776"/>
          </a:xfrm>
        </p:spPr>
      </p:pic>
      <p:sp>
        <p:nvSpPr>
          <p:cNvPr id="9" name="Textplatzhalter 8">
            <a:extLst>
              <a:ext uri="{FF2B5EF4-FFF2-40B4-BE49-F238E27FC236}">
                <a16:creationId xmlns:a16="http://schemas.microsoft.com/office/drawing/2014/main" id="{51DAD757-48CD-E760-F582-E81A85AB06C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74D28EB9-6470-81AE-EA64-FF03C1E7C3B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D8FD7990-4D50-ECAC-CBD2-93FF4451EAE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34</a:t>
            </a:fld>
            <a:endParaRPr lang="en-US" noProof="0" dirty="0"/>
          </a:p>
        </p:txBody>
      </p:sp>
      <p:sp>
        <p:nvSpPr>
          <p:cNvPr id="4" name="Inhaltsplatzhalter 9">
            <a:extLst>
              <a:ext uri="{FF2B5EF4-FFF2-40B4-BE49-F238E27FC236}">
                <a16:creationId xmlns:a16="http://schemas.microsoft.com/office/drawing/2014/main" id="{70CBE864-B2D8-B83A-1CD0-64CD9314F1FC}"/>
              </a:ext>
            </a:extLst>
          </p:cNvPr>
          <p:cNvSpPr txBox="1">
            <a:spLocks/>
          </p:cNvSpPr>
          <p:nvPr/>
        </p:nvSpPr>
        <p:spPr>
          <a:xfrm>
            <a:off x="359533" y="1203598"/>
            <a:ext cx="8424467" cy="3332402"/>
          </a:xfrm>
          <a:prstGeom prst="rect">
            <a:avLst/>
          </a:prstGeom>
        </p:spPr>
        <p:txBody>
          <a:bodyPr vert="horz" lIns="36000" tIns="36000" rIns="36000" bIns="36000" rtlCol="0" anchor="t">
            <a:normAutofit/>
          </a:bodyPr>
          <a:lstStyle>
            <a:lvl1pPr marL="216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noProof="0" dirty="0"/>
              <a:t>Advantages: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Limited effect of vulnerabilities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Standalone units</a:t>
            </a:r>
          </a:p>
          <a:p>
            <a:pPr>
              <a:lnSpc>
                <a:spcPct val="150000"/>
              </a:lnSpc>
            </a:pPr>
            <a:r>
              <a:rPr lang="en-US" dirty="0"/>
              <a:t>Isolated app development &amp; testing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094126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89D5D-7C50-7DD7-0E58-AA269A148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99D46B93-44EB-F98A-8F8B-CEA5670D2A9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Modular Architecture</a:t>
            </a:r>
            <a:endParaRPr lang="en-US" noProof="0" dirty="0">
              <a:solidFill>
                <a:schemeClr val="bg2"/>
              </a:solidFill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DBE7BA0-D45D-FBBA-21A4-49E91B1F3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Designing Our Apps</a:t>
            </a:r>
            <a:endParaRPr lang="en-US" noProof="0" dirty="0">
              <a:solidFill>
                <a:schemeClr val="tx1"/>
              </a:solidFill>
            </a:endParaRPr>
          </a:p>
        </p:txBody>
      </p:sp>
      <p:pic>
        <p:nvPicPr>
          <p:cNvPr id="3" name="Inhaltsplatzhalter 2" descr="Ein Bild, das Text, Screenshot, Diagramm, Rechteck enthält.&#10;&#10;KI-generierte Inhalte können fehlerhaft sein.">
            <a:extLst>
              <a:ext uri="{FF2B5EF4-FFF2-40B4-BE49-F238E27FC236}">
                <a16:creationId xmlns:a16="http://schemas.microsoft.com/office/drawing/2014/main" id="{CABCB5CD-383C-0E3B-8F40-BCF7A38E6C9C}"/>
              </a:ext>
            </a:extLst>
          </p:cNvPr>
          <p:cNvPicPr>
            <a:picLocks noGrp="1" noChangeAspect="1"/>
          </p:cNvPicPr>
          <p:nvPr>
            <p:ph sz="quarter" idx="2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6048" y="2159724"/>
            <a:ext cx="4517952" cy="2335776"/>
          </a:xfrm>
        </p:spPr>
      </p:pic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B355760-0C9C-DBC5-A4BE-6B8E3A839EF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B498A413-8350-5BED-6445-BE3352539FB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3D374115-A8F2-BC49-6137-972351B0A6C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35</a:t>
            </a:fld>
            <a:endParaRPr lang="en-US" noProof="0" dirty="0"/>
          </a:p>
        </p:txBody>
      </p:sp>
      <p:sp>
        <p:nvSpPr>
          <p:cNvPr id="4" name="Inhaltsplatzhalter 9">
            <a:extLst>
              <a:ext uri="{FF2B5EF4-FFF2-40B4-BE49-F238E27FC236}">
                <a16:creationId xmlns:a16="http://schemas.microsoft.com/office/drawing/2014/main" id="{2EF8BEFF-3F05-B0FB-5FC0-B040C601E419}"/>
              </a:ext>
            </a:extLst>
          </p:cNvPr>
          <p:cNvSpPr txBox="1">
            <a:spLocks/>
          </p:cNvSpPr>
          <p:nvPr/>
        </p:nvSpPr>
        <p:spPr>
          <a:xfrm>
            <a:off x="359533" y="1203598"/>
            <a:ext cx="8424467" cy="3332402"/>
          </a:xfrm>
          <a:prstGeom prst="rect">
            <a:avLst/>
          </a:prstGeom>
        </p:spPr>
        <p:txBody>
          <a:bodyPr vert="horz" lIns="36000" tIns="36000" rIns="36000" bIns="36000" rtlCol="0" anchor="t">
            <a:normAutofit/>
          </a:bodyPr>
          <a:lstStyle>
            <a:lvl1pPr marL="216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noProof="0" dirty="0"/>
              <a:t>Advantages:</a:t>
            </a:r>
          </a:p>
          <a:p>
            <a:pPr>
              <a:lnSpc>
                <a:spcPct val="150000"/>
              </a:lnSpc>
            </a:pPr>
            <a:r>
              <a:rPr lang="en-US" dirty="0"/>
              <a:t>Uniform formatting</a:t>
            </a:r>
            <a:endParaRPr lang="en-US" noProof="0" dirty="0"/>
          </a:p>
          <a:p>
            <a:pPr>
              <a:lnSpc>
                <a:spcPct val="150000"/>
              </a:lnSpc>
            </a:pPr>
            <a:r>
              <a:rPr lang="en-US" noProof="0" dirty="0"/>
              <a:t>Limit boilerplate code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Limit scaling costs</a:t>
            </a:r>
          </a:p>
        </p:txBody>
      </p:sp>
    </p:spTree>
    <p:extLst>
      <p:ext uri="{BB962C8B-B14F-4D97-AF65-F5344CB8AC3E}">
        <p14:creationId xmlns:p14="http://schemas.microsoft.com/office/powerpoint/2010/main" val="9640780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7FA1E-341F-8BF3-B879-1323A80C7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A1168C3-B1AD-DF48-7D5C-4109B2CA5EF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Feature-Oriented Design</a:t>
            </a:r>
            <a:endParaRPr lang="en-US" noProof="0" dirty="0">
              <a:solidFill>
                <a:schemeClr val="bg2"/>
              </a:solidFill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41D594F3-08DF-7CF7-3534-9A98B5D20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Designing Our Apps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FE520D7-B1AD-FCFB-A875-ED1A73936F8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3EDA0F28-9026-6DC5-8295-CE0F015DB41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0AFDA132-BB3F-E45F-AF5D-021E19D90BC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36</a:t>
            </a:fld>
            <a:endParaRPr lang="en-US" noProof="0" dirty="0"/>
          </a:p>
        </p:txBody>
      </p:sp>
      <p:sp>
        <p:nvSpPr>
          <p:cNvPr id="4" name="Inhaltsplatzhalter 9">
            <a:extLst>
              <a:ext uri="{FF2B5EF4-FFF2-40B4-BE49-F238E27FC236}">
                <a16:creationId xmlns:a16="http://schemas.microsoft.com/office/drawing/2014/main" id="{FFBA5577-CBEF-DDD8-0FD9-08D3116A8BFA}"/>
              </a:ext>
            </a:extLst>
          </p:cNvPr>
          <p:cNvSpPr txBox="1">
            <a:spLocks/>
          </p:cNvSpPr>
          <p:nvPr/>
        </p:nvSpPr>
        <p:spPr>
          <a:xfrm>
            <a:off x="359533" y="1203598"/>
            <a:ext cx="8424467" cy="3332402"/>
          </a:xfrm>
          <a:prstGeom prst="rect">
            <a:avLst/>
          </a:prstGeom>
        </p:spPr>
        <p:txBody>
          <a:bodyPr vert="horz" lIns="36000" tIns="36000" rIns="36000" bIns="36000" rtlCol="0" anchor="t">
            <a:normAutofit/>
          </a:bodyPr>
          <a:lstStyle>
            <a:lvl1pPr marL="216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noProof="0" dirty="0"/>
              <a:t>Feature-oriented app structure</a:t>
            </a:r>
          </a:p>
          <a:p>
            <a:pPr>
              <a:lnSpc>
                <a:spcPct val="150000"/>
              </a:lnSpc>
            </a:pPr>
            <a:r>
              <a:rPr lang="en-US" dirty="0"/>
              <a:t>Menu as launcher</a:t>
            </a:r>
            <a:endParaRPr lang="en-US" noProof="0" dirty="0"/>
          </a:p>
          <a:p>
            <a:pPr>
              <a:lnSpc>
                <a:spcPct val="150000"/>
              </a:lnSpc>
            </a:pPr>
            <a:r>
              <a:rPr lang="en-US" noProof="0" dirty="0"/>
              <a:t>One app package per vulnerability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Extendable with additional logic</a:t>
            </a:r>
          </a:p>
        </p:txBody>
      </p:sp>
      <p:pic>
        <p:nvPicPr>
          <p:cNvPr id="5" name="Grafik 4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80AEE2CF-16CB-8619-D2D4-E1D83A1C3F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1754772"/>
            <a:ext cx="4356016" cy="274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1216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597DB-ECB8-CBF5-0D14-07E3433D2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A223E73-B6A5-7A24-A4FB-9E4C85937F5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Feature-Oriented Design</a:t>
            </a:r>
            <a:endParaRPr lang="en-US" noProof="0" dirty="0">
              <a:solidFill>
                <a:schemeClr val="bg2"/>
              </a:solidFill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E6222B78-8354-CCA6-4C72-F34810038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Designing Our Apps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3A58186-C5A9-0404-89A9-259AE96DE6C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5926C68F-407B-926D-1513-2298EFE451B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8DD64BA1-A8EC-B01C-2ABB-EAE316CCE78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37</a:t>
            </a:fld>
            <a:endParaRPr lang="en-US" noProof="0" dirty="0"/>
          </a:p>
        </p:txBody>
      </p:sp>
      <p:sp>
        <p:nvSpPr>
          <p:cNvPr id="4" name="Inhaltsplatzhalter 9">
            <a:extLst>
              <a:ext uri="{FF2B5EF4-FFF2-40B4-BE49-F238E27FC236}">
                <a16:creationId xmlns:a16="http://schemas.microsoft.com/office/drawing/2014/main" id="{DD5C48E1-FD84-3344-14BF-274A0E05A904}"/>
              </a:ext>
            </a:extLst>
          </p:cNvPr>
          <p:cNvSpPr txBox="1">
            <a:spLocks/>
          </p:cNvSpPr>
          <p:nvPr/>
        </p:nvSpPr>
        <p:spPr>
          <a:xfrm>
            <a:off x="359533" y="1203598"/>
            <a:ext cx="8424467" cy="3332402"/>
          </a:xfrm>
          <a:prstGeom prst="rect">
            <a:avLst/>
          </a:prstGeom>
        </p:spPr>
        <p:txBody>
          <a:bodyPr vert="horz" lIns="36000" tIns="36000" rIns="36000" bIns="36000" rtlCol="0" anchor="t">
            <a:normAutofit/>
          </a:bodyPr>
          <a:lstStyle>
            <a:lvl1pPr marL="216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noProof="0" dirty="0"/>
              <a:t>Advantages: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Separation of vulnerabilities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Clean project structure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Isolated vulnerability development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Minimal scaling costs</a:t>
            </a:r>
          </a:p>
        </p:txBody>
      </p:sp>
      <p:pic>
        <p:nvPicPr>
          <p:cNvPr id="5" name="Grafik 4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B6550B34-5809-6263-E0B2-F37DA0465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1754772"/>
            <a:ext cx="4356016" cy="274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5369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9B7F7-2987-5E04-D84C-4FAC83272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FF1D19E-7BB0-306B-E2A7-21DF5C5C337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Inheritance</a:t>
            </a:r>
            <a:endParaRPr lang="en-US" noProof="0" dirty="0">
              <a:solidFill>
                <a:schemeClr val="bg2"/>
              </a:solidFill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717414E-C47E-59F9-7709-B86A86DE7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Designing Our Apps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BAD108E-429F-54C7-33F7-366CE77762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97311FA4-6A87-450E-011C-27639209378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1B88DAF8-E1C7-3AB9-786A-2940A9D78CC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38</a:t>
            </a:fld>
            <a:endParaRPr lang="en-US" noProof="0" dirty="0"/>
          </a:p>
        </p:txBody>
      </p:sp>
      <p:sp>
        <p:nvSpPr>
          <p:cNvPr id="4" name="Inhaltsplatzhalter 9">
            <a:extLst>
              <a:ext uri="{FF2B5EF4-FFF2-40B4-BE49-F238E27FC236}">
                <a16:creationId xmlns:a16="http://schemas.microsoft.com/office/drawing/2014/main" id="{335B089B-76F4-175A-A4D3-709819664C2F}"/>
              </a:ext>
            </a:extLst>
          </p:cNvPr>
          <p:cNvSpPr txBox="1">
            <a:spLocks/>
          </p:cNvSpPr>
          <p:nvPr/>
        </p:nvSpPr>
        <p:spPr>
          <a:xfrm>
            <a:off x="359533" y="1203598"/>
            <a:ext cx="8424467" cy="3332402"/>
          </a:xfrm>
          <a:prstGeom prst="rect">
            <a:avLst/>
          </a:prstGeom>
        </p:spPr>
        <p:txBody>
          <a:bodyPr vert="horz" lIns="36000" tIns="36000" rIns="36000" bIns="36000" rtlCol="0" anchor="t">
            <a:normAutofit/>
          </a:bodyPr>
          <a:lstStyle>
            <a:lvl1pPr marL="216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u="sng" noProof="0" dirty="0"/>
              <a:t>All</a:t>
            </a:r>
            <a:r>
              <a:rPr lang="en-US" noProof="0" dirty="0"/>
              <a:t> vulnerabilities</a:t>
            </a:r>
            <a:r>
              <a:rPr lang="en-US" dirty="0"/>
              <a:t> (</a:t>
            </a:r>
            <a:r>
              <a:rPr lang="en-US" noProof="0" dirty="0"/>
              <a:t>packages) share: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Login </a:t>
            </a:r>
            <a:r>
              <a:rPr lang="en-US" dirty="0"/>
              <a:t>logic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Registration logic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i="1" noProof="0" dirty="0"/>
              <a:t>Mostly differ in encryption and storage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i="1" noProof="0" dirty="0"/>
              <a:t>-&gt; </a:t>
            </a:r>
            <a:r>
              <a:rPr lang="en-US" i="1" noProof="0" dirty="0" err="1"/>
              <a:t>Abstra</a:t>
            </a:r>
            <a:r>
              <a:rPr lang="en-US" i="1" dirty="0" err="1"/>
              <a:t>ct</a:t>
            </a:r>
            <a:r>
              <a:rPr lang="en-US" i="1" dirty="0"/>
              <a:t> classes for login &amp; registration</a:t>
            </a:r>
            <a:endParaRPr lang="en-US" i="1" noProof="0" dirty="0"/>
          </a:p>
        </p:txBody>
      </p:sp>
    </p:spTree>
    <p:extLst>
      <p:ext uri="{BB962C8B-B14F-4D97-AF65-F5344CB8AC3E}">
        <p14:creationId xmlns:p14="http://schemas.microsoft.com/office/powerpoint/2010/main" val="20296353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1079F-6360-DABE-10EA-A23A9586E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6C21CEE-1A91-4806-685E-615BF89707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Inheritance</a:t>
            </a:r>
            <a:endParaRPr lang="en-US" noProof="0" dirty="0">
              <a:solidFill>
                <a:schemeClr val="bg2"/>
              </a:solidFill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9018BEC-C557-3233-FAB9-35101A766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Designing Our Apps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E84C9DD-54E0-A027-D4C0-D6988AE11D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19D55E57-C163-9FD6-16D6-74415436E0F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4BFE6189-F72E-0B1C-BE0E-71096166F2B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39</a:t>
            </a:fld>
            <a:endParaRPr lang="en-US" noProof="0" dirty="0"/>
          </a:p>
        </p:txBody>
      </p:sp>
      <p:sp>
        <p:nvSpPr>
          <p:cNvPr id="4" name="Inhaltsplatzhalter 9">
            <a:extLst>
              <a:ext uri="{FF2B5EF4-FFF2-40B4-BE49-F238E27FC236}">
                <a16:creationId xmlns:a16="http://schemas.microsoft.com/office/drawing/2014/main" id="{6D07A4FF-CD36-1400-FFB8-05BBC29AD254}"/>
              </a:ext>
            </a:extLst>
          </p:cNvPr>
          <p:cNvSpPr txBox="1">
            <a:spLocks/>
          </p:cNvSpPr>
          <p:nvPr/>
        </p:nvSpPr>
        <p:spPr>
          <a:xfrm>
            <a:off x="359533" y="1203598"/>
            <a:ext cx="8424467" cy="3332402"/>
          </a:xfrm>
          <a:prstGeom prst="rect">
            <a:avLst/>
          </a:prstGeom>
        </p:spPr>
        <p:txBody>
          <a:bodyPr vert="horz" lIns="36000" tIns="36000" rIns="36000" bIns="36000" rtlCol="0" anchor="t">
            <a:normAutofit/>
          </a:bodyPr>
          <a:lstStyle>
            <a:lvl1pPr marL="216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noProof="0" dirty="0"/>
              <a:t>Advantages: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Reduce boilerplate code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Minimal scaling costs</a:t>
            </a:r>
          </a:p>
        </p:txBody>
      </p:sp>
    </p:spTree>
    <p:extLst>
      <p:ext uri="{BB962C8B-B14F-4D97-AF65-F5344CB8AC3E}">
        <p14:creationId xmlns:p14="http://schemas.microsoft.com/office/powerpoint/2010/main" val="18346143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6E733-7832-5804-7FC1-5A31B1EB6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2102DA2-5FC0-19DA-8369-12AC04B6C9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Architecture Summary</a:t>
            </a:r>
            <a:endParaRPr lang="en-US" noProof="0" dirty="0">
              <a:solidFill>
                <a:schemeClr val="bg2"/>
              </a:solidFill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845227B0-7E12-E105-2EC8-FD9270EE5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Designing Our Apps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AD81F6D-E53C-382A-ADB7-5DF0712CE77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C5D983D1-D00D-9A57-DDF6-46687BEB33F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4CB90E0B-E2F5-5F9D-9ACA-84052060578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40</a:t>
            </a:fld>
            <a:endParaRPr lang="en-US" noProof="0" dirty="0"/>
          </a:p>
        </p:txBody>
      </p:sp>
      <p:sp>
        <p:nvSpPr>
          <p:cNvPr id="4" name="Inhaltsplatzhalter 9">
            <a:extLst>
              <a:ext uri="{FF2B5EF4-FFF2-40B4-BE49-F238E27FC236}">
                <a16:creationId xmlns:a16="http://schemas.microsoft.com/office/drawing/2014/main" id="{E4591698-D6E5-4652-8666-21E829868FD0}"/>
              </a:ext>
            </a:extLst>
          </p:cNvPr>
          <p:cNvSpPr txBox="1">
            <a:spLocks/>
          </p:cNvSpPr>
          <p:nvPr/>
        </p:nvSpPr>
        <p:spPr>
          <a:xfrm>
            <a:off x="359533" y="1203598"/>
            <a:ext cx="8424467" cy="3332402"/>
          </a:xfrm>
          <a:prstGeom prst="rect">
            <a:avLst/>
          </a:prstGeom>
        </p:spPr>
        <p:txBody>
          <a:bodyPr vert="horz" lIns="36000" tIns="36000" rIns="36000" bIns="36000" rtlCol="0" anchor="t">
            <a:normAutofit/>
          </a:bodyPr>
          <a:lstStyle>
            <a:lvl1pPr marL="216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indent="-216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/>
              <a:t>One app per vulnerability category</a:t>
            </a:r>
            <a:endParaRPr lang="en-US" noProof="0" dirty="0"/>
          </a:p>
          <a:p>
            <a:pPr>
              <a:lnSpc>
                <a:spcPct val="150000"/>
              </a:lnSpc>
            </a:pPr>
            <a:r>
              <a:rPr lang="en-US" noProof="0" dirty="0"/>
              <a:t>One app package per vulnerability type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Shared resources in </a:t>
            </a:r>
            <a:r>
              <a:rPr lang="en-US" i="1" noProof="0" dirty="0"/>
              <a:t>“common”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All apps are independent modules of the project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Custom templates reduce boiler plate code</a:t>
            </a:r>
          </a:p>
          <a:p>
            <a:pPr>
              <a:lnSpc>
                <a:spcPct val="150000"/>
              </a:lnSpc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59218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BC30F-C25B-7073-3A1B-166046574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D60D8A2-CAC1-F1D4-4407-CDABBAF2AD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Overview of Our Apps</a:t>
            </a:r>
            <a:endParaRPr lang="en-US" noProof="0" dirty="0">
              <a:solidFill>
                <a:schemeClr val="bg2"/>
              </a:solidFill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0F7445F2-BA2E-405F-D428-A101D5485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Results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6A8EAE79-55D3-0EEA-7F7A-4174686DBDDA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533" y="1203598"/>
            <a:ext cx="8424467" cy="3332402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en-US" noProof="0" dirty="0"/>
              <a:t>Three apps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28 vulnerabilities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Complete coverage of MASVS-STORAGE and CRYPTO</a:t>
            </a:r>
          </a:p>
          <a:p>
            <a:pPr>
              <a:lnSpc>
                <a:spcPct val="150000"/>
              </a:lnSpc>
            </a:pPr>
            <a:endParaRPr lang="en-US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1972BDC-A039-337C-C4D1-1A08C3B37E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E0ABAD69-43AC-D932-B15F-D0E672663AF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08D30E9D-0965-D08C-B126-2AD14507A20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41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435624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29159-1E84-C261-434B-0CC9EBBFC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F2760CC-1A5D-5656-7974-CF1C0D1DD4F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Contribution to Vulnerability Coverage</a:t>
            </a:r>
            <a:endParaRPr lang="en-US" noProof="0" dirty="0">
              <a:solidFill>
                <a:schemeClr val="bg2"/>
              </a:solidFill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0F1AA677-696C-98F1-F2B8-1D61F5981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Results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481B5011-1F99-CCC8-1972-FD596CA867D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533" y="1203598"/>
            <a:ext cx="8424467" cy="3332402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en-US" noProof="0" dirty="0"/>
              <a:t>25% MASWE coverage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18/28 vulnerability types without previous coverage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MASWE coverage from 35.9% to 51.3%</a:t>
            </a:r>
          </a:p>
          <a:p>
            <a:pPr>
              <a:lnSpc>
                <a:spcPct val="150000"/>
              </a:lnSpc>
            </a:pPr>
            <a:r>
              <a:rPr lang="en-US" dirty="0"/>
              <a:t>Largest contribution to Crypto</a:t>
            </a:r>
            <a:endParaRPr lang="en-US" noProof="0" dirty="0"/>
          </a:p>
          <a:p>
            <a:pPr>
              <a:lnSpc>
                <a:spcPct val="150000"/>
              </a:lnSpc>
            </a:pPr>
            <a:endParaRPr lang="en-US" noProof="0" dirty="0"/>
          </a:p>
          <a:p>
            <a:pPr>
              <a:lnSpc>
                <a:spcPct val="150000"/>
              </a:lnSpc>
            </a:pPr>
            <a:endParaRPr lang="en-US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75D1731-F918-A75F-2742-BEEC7E57553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10A3BDE3-986F-DF87-D241-25242AD5B2F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D5021142-9DF1-CBE6-D589-5DC8F1DD4D9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42</a:t>
            </a:fld>
            <a:endParaRPr lang="en-US" noProof="0" dirty="0"/>
          </a:p>
        </p:txBody>
      </p:sp>
      <p:pic>
        <p:nvPicPr>
          <p:cNvPr id="2" name="Grafik 1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3869F84A-9648-A0B4-45DA-CAEDD94BF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573" y="2525937"/>
            <a:ext cx="4590064" cy="2277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2410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36EE9-C990-5FE7-041E-4F5B09E7C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8E8AD95-61A2-77CD-B870-A319B7260E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MobSF Static Scan</a:t>
            </a:r>
            <a:endParaRPr lang="en-US" noProof="0" dirty="0">
              <a:solidFill>
                <a:schemeClr val="bg2"/>
              </a:solidFill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8AC539FA-EBDF-C1CB-E52F-738DBCDA4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Results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3D4081EF-A6FC-3D8B-48D3-79CF305C88E4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533" y="1203598"/>
            <a:ext cx="8424467" cy="3332402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en-US" noProof="0" dirty="0"/>
              <a:t>Surprisingly high security scores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Storage and crypto apps deemed “low risk”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Inconsistent vulnerability detection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Many false positives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6E9340D-6B84-073F-A6ED-82115C9DA4D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D06F3D58-BF04-8E6A-1D75-45010D651BD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AA0553A4-0692-4646-8E66-2D3709ED223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43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925134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4C845-A802-16D2-D74D-E572E5983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E958305D-F68E-F857-33C3-28778BE980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bg2"/>
                </a:solidFill>
              </a:rPr>
              <a:t>Semgrep Static Scan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7D00815-A5F6-BA3A-2DC4-2153B794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tx1"/>
                </a:solidFill>
              </a:rPr>
              <a:t>Results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DE6602BA-CB0E-8437-9505-F44B7F650C5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533" y="1203598"/>
            <a:ext cx="8424467" cy="3332402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en-US" noProof="0" dirty="0"/>
              <a:t>Slightly better than MobSF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Found 8 of 28 vulnerabilities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Failed to flag deprecated cryptographic algorithms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AE5507F-3E4F-A073-9302-391F8C17E4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10EF794A-1D62-9F28-8543-EEA1BA5326A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05AB2E62-B7C3-C2AB-23F5-0D2D3381EE0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44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098848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50EDE-EE95-0801-9755-C57819655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F67E9F36-AB03-5D9B-790C-7E639B94B1B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bg2"/>
                </a:solidFill>
              </a:rPr>
              <a:t>Benchmarking Security Testing Tools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162D9B01-8A0B-5E40-AE47-13BF3F7F2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tx1"/>
                </a:solidFill>
              </a:rPr>
              <a:t>Outlook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83692E1F-15B6-D264-0E11-C5078E79CAB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533" y="1203598"/>
            <a:ext cx="8424467" cy="3332402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en-US" noProof="0" dirty="0"/>
              <a:t>Natural next step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Combine our apps with others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Compare with existing benchmarks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0F4C412-038E-2975-D816-78E0184B99D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76C700E-5399-7EEF-44D1-D7552BE4BCA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DEE3525B-883D-594B-F2F3-F659A70B8BE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45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704940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C20D1-57AD-F86B-8489-2E358DBAD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EBC522CA-53F3-CF17-D887-15142CFA62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bg2"/>
                </a:solidFill>
              </a:rPr>
              <a:t>Moving on to new Categories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2C73E22-8B82-ACD5-F51B-91C6C2328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tx1"/>
                </a:solidFill>
              </a:rPr>
              <a:t>Outlook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E7E0469D-A9A0-891B-56B2-8C2813618A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533" y="1203598"/>
            <a:ext cx="8424467" cy="3332402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en-US" noProof="0" dirty="0"/>
              <a:t>Only 60/117 (51.3%) of MASWE vulnerabilities implemented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Privacy and Auth still neglected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Important for both educational and benchmarking reasons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87CF201-DD73-C415-69E7-FDFA415984C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3BCE4A2C-39BD-750B-36BB-9ED30109D8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0D203937-AC8A-A182-F4CA-779A591EF26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46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407827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06658-C64B-727A-C917-DF1C65DEB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C04FB0D8-06A6-E6A4-A68C-6FEA848427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bg2"/>
                </a:solidFill>
              </a:rPr>
              <a:t>Summary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A8D42EF4-F7E4-ABF1-5A37-7372FDFD4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tx1"/>
                </a:solidFill>
              </a:rPr>
              <a:t>Conclusion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DECCB19F-5FB3-2FAE-6453-A947D02CDEB4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533" y="1203598"/>
            <a:ext cx="8424467" cy="3332402"/>
          </a:xfrm>
        </p:spPr>
        <p:txBody>
          <a:bodyPr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b="1" noProof="0" dirty="0"/>
              <a:t>Developed MASTG reference apps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Identified weaknesses of MASTG reference apps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Designed a </a:t>
            </a:r>
            <a:r>
              <a:rPr lang="en-US" dirty="0"/>
              <a:t>clean and scalable apps architecture</a:t>
            </a:r>
          </a:p>
          <a:p>
            <a:pPr>
              <a:lnSpc>
                <a:spcPct val="150000"/>
              </a:lnSpc>
            </a:pPr>
            <a:r>
              <a:rPr lang="en-US" dirty="0"/>
              <a:t>Increased coverage of MASVS categories</a:t>
            </a:r>
            <a:endParaRPr lang="en-US" noProof="0" dirty="0"/>
          </a:p>
          <a:p>
            <a:pPr>
              <a:lnSpc>
                <a:spcPct val="150000"/>
              </a:lnSpc>
            </a:pPr>
            <a:r>
              <a:rPr lang="en-US" noProof="0" dirty="0"/>
              <a:t>Built basis of MASTG tool testing benchmark</a:t>
            </a:r>
          </a:p>
          <a:p>
            <a:pPr>
              <a:lnSpc>
                <a:spcPct val="150000"/>
              </a:lnSpc>
            </a:pPr>
            <a:endParaRPr lang="en-US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7B13DC48-4D06-62BA-9044-960EEAFC99B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14D849F9-7D87-6DF0-A011-CB0FBE4440E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6CB518C4-A397-D4CE-873C-C0050321121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47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590886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26741-3378-C652-CE5A-22458AF97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DAE21F1-DBDB-D981-0000-1A25FE77DA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499ECD8-21A2-F69E-66D9-542B96724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tx1"/>
                </a:solidFill>
              </a:rPr>
              <a:t>Questions?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F0209AC3-6152-2EC3-7B08-D60F78315CD9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533" y="1203598"/>
            <a:ext cx="8424467" cy="3332402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endParaRPr lang="en-US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0BE445A-0BE1-E0F9-67B0-0905722B74A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971C164-8476-F507-D597-E6464C90C2E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50144C54-2894-0BD1-A93A-F2A240659B3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48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05927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E30BC-8D2B-ABCB-ACED-04C90168D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6E4CD39-2B77-CB65-587D-23DC5FCD0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85F56EE2-9D2F-E529-5DB3-123FF3991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090446F2-8F46-FEEF-30D8-7C2D36877AF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533" y="1203598"/>
            <a:ext cx="8424467" cy="3332402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400" dirty="0"/>
              <a:t>StatCounter Global Stats. (2026). </a:t>
            </a:r>
            <a:r>
              <a:rPr lang="en-US" sz="1400" i="1" dirty="0"/>
              <a:t>Mobile operating system market share worldwide</a:t>
            </a:r>
            <a:r>
              <a:rPr lang="en-US" sz="1400" dirty="0"/>
              <a:t>. Retrieved February 3, 2026, from </a:t>
            </a:r>
            <a:r>
              <a:rPr lang="en-US" sz="1400" dirty="0">
                <a:hlinkClick r:id="rId2"/>
              </a:rPr>
              <a:t>https://gs.statcounter.com/os-market-share/mobile/worldwide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/>
              <a:t>Tech Inside Out. (2021, August 2). </a:t>
            </a:r>
            <a:r>
              <a:rPr lang="en-US" sz="1400" i="1" dirty="0"/>
              <a:t>Security vulnerabilities found in over 60% of Android apps</a:t>
            </a:r>
            <a:r>
              <a:rPr lang="en-US" sz="1400" dirty="0"/>
              <a:t>. </a:t>
            </a:r>
            <a:r>
              <a:rPr lang="en-US" sz="1400" dirty="0">
                <a:hlinkClick r:id="rId3"/>
              </a:rPr>
              <a:t>https://www.techinsideout.co/inside/security-vulnerabilities-found-in-over-60-of-android-apps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/>
              <a:t>Stevenson, L., &amp; Das, S. (2025). </a:t>
            </a:r>
            <a:r>
              <a:rPr lang="en-US" sz="1400" i="1" dirty="0"/>
              <a:t>“Your doctor is spying on you”: An analysis of data practices in mobile healthcare applications</a:t>
            </a:r>
            <a:r>
              <a:rPr lang="en-US" sz="1400" dirty="0"/>
              <a:t> (arXiv:2510.06015). </a:t>
            </a:r>
            <a:r>
              <a:rPr lang="en-US" sz="1400" dirty="0" err="1"/>
              <a:t>arXiv</a:t>
            </a:r>
            <a:r>
              <a:rPr lang="en-US" sz="1400" dirty="0"/>
              <a:t>. </a:t>
            </a:r>
            <a:r>
              <a:rPr lang="en-US" sz="1400" dirty="0">
                <a:hlinkClick r:id="rId4"/>
              </a:rPr>
              <a:t>https://doi.org/10.48550/arXiv.2510.06015</a:t>
            </a:r>
            <a:endParaRPr lang="en-US" sz="140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9745CDA-60D0-F896-8FE0-83EF401AF55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C5712523-7582-2BD8-986B-62381CBC202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3B0CE1AF-0E44-EB91-7F41-52A6CB868F7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49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287579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0AE52-FC4D-C8EB-2D9D-4D6B89AF5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CDED4ACE-6196-C8D7-8A33-7F52874BCD9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CFA00ED5-48B8-9DCD-233D-6BEB2B0C8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09A9A1BE-072D-3160-0CDF-6BEE52C1A57A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533" y="1203598"/>
            <a:ext cx="8424467" cy="3332402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de-CH" sz="1400" dirty="0"/>
              <a:t>Chiboora, T. H., </a:t>
            </a:r>
            <a:r>
              <a:rPr lang="de-CH" sz="1400" dirty="0" err="1"/>
              <a:t>Chacha</a:t>
            </a:r>
            <a:r>
              <a:rPr lang="de-CH" sz="1400" dirty="0"/>
              <a:t>, L., </a:t>
            </a:r>
            <a:r>
              <a:rPr lang="de-CH" sz="1400" dirty="0" err="1"/>
              <a:t>Byagutangaza</a:t>
            </a:r>
            <a:r>
              <a:rPr lang="de-CH" sz="1400" dirty="0"/>
              <a:t>, T., &amp; </a:t>
            </a:r>
            <a:r>
              <a:rPr lang="de-CH" sz="1400" dirty="0" err="1"/>
              <a:t>Gueye</a:t>
            </a:r>
            <a:r>
              <a:rPr lang="de-CH" sz="1400" dirty="0"/>
              <a:t>, A. (2023). </a:t>
            </a:r>
            <a:r>
              <a:rPr lang="de-CH" sz="1400" i="1" dirty="0" err="1"/>
              <a:t>Evaluating</a:t>
            </a:r>
            <a:r>
              <a:rPr lang="de-CH" sz="1400" i="1" dirty="0"/>
              <a:t> mobile </a:t>
            </a:r>
            <a:r>
              <a:rPr lang="de-CH" sz="1400" i="1" dirty="0" err="1"/>
              <a:t>banking</a:t>
            </a:r>
            <a:r>
              <a:rPr lang="de-CH" sz="1400" i="1" dirty="0"/>
              <a:t> </a:t>
            </a:r>
            <a:r>
              <a:rPr lang="de-CH" sz="1400" i="1" dirty="0" err="1"/>
              <a:t>application</a:t>
            </a:r>
            <a:r>
              <a:rPr lang="de-CH" sz="1400" i="1" dirty="0"/>
              <a:t> </a:t>
            </a:r>
            <a:r>
              <a:rPr lang="de-CH" sz="1400" i="1" dirty="0" err="1"/>
              <a:t>security</a:t>
            </a:r>
            <a:r>
              <a:rPr lang="de-CH" sz="1400" i="1" dirty="0"/>
              <a:t> </a:t>
            </a:r>
            <a:r>
              <a:rPr lang="de-CH" sz="1400" i="1" dirty="0" err="1"/>
              <a:t>posture</a:t>
            </a:r>
            <a:r>
              <a:rPr lang="de-CH" sz="1400" i="1" dirty="0"/>
              <a:t> </a:t>
            </a:r>
            <a:r>
              <a:rPr lang="de-CH" sz="1400" i="1" dirty="0" err="1"/>
              <a:t>using</a:t>
            </a:r>
            <a:r>
              <a:rPr lang="de-CH" sz="1400" i="1" dirty="0"/>
              <a:t> </a:t>
            </a:r>
            <a:r>
              <a:rPr lang="de-CH" sz="1400" i="1" dirty="0" err="1"/>
              <a:t>the</a:t>
            </a:r>
            <a:r>
              <a:rPr lang="de-CH" sz="1400" i="1" dirty="0"/>
              <a:t> </a:t>
            </a:r>
            <a:r>
              <a:rPr lang="de-CH" sz="1400" i="1" dirty="0" err="1"/>
              <a:t>OWASP’s</a:t>
            </a:r>
            <a:r>
              <a:rPr lang="de-CH" sz="1400" i="1" dirty="0"/>
              <a:t> MASVS </a:t>
            </a:r>
            <a:r>
              <a:rPr lang="de-CH" sz="1400" i="1" dirty="0" err="1"/>
              <a:t>framework</a:t>
            </a:r>
            <a:r>
              <a:rPr lang="de-CH" sz="1400" dirty="0"/>
              <a:t>. In </a:t>
            </a:r>
            <a:r>
              <a:rPr lang="de-CH" sz="1400" i="1" dirty="0"/>
              <a:t>Proceedings </a:t>
            </a:r>
            <a:r>
              <a:rPr lang="de-CH" sz="1400" i="1" dirty="0" err="1"/>
              <a:t>of</a:t>
            </a:r>
            <a:r>
              <a:rPr lang="de-CH" sz="1400" i="1" dirty="0"/>
              <a:t> </a:t>
            </a:r>
            <a:r>
              <a:rPr lang="de-CH" sz="1400" i="1" dirty="0" err="1"/>
              <a:t>the</a:t>
            </a:r>
            <a:r>
              <a:rPr lang="de-CH" sz="1400" i="1" dirty="0"/>
              <a:t> 6th ACM SIGCAS/SIGCHI Conference on Computing and </a:t>
            </a:r>
            <a:r>
              <a:rPr lang="de-CH" sz="1400" i="1" dirty="0" err="1"/>
              <a:t>Sustainable</a:t>
            </a:r>
            <a:r>
              <a:rPr lang="de-CH" sz="1400" i="1" dirty="0"/>
              <a:t> Societies (COMPASS 2023)</a:t>
            </a:r>
            <a:r>
              <a:rPr lang="de-CH" sz="1400" dirty="0"/>
              <a:t> (pp. 99–106). ACM. </a:t>
            </a:r>
            <a:r>
              <a:rPr lang="de-CH" sz="1400" dirty="0">
                <a:hlinkClick r:id="rId2"/>
              </a:rPr>
              <a:t>https://doi.org/10.1145/3588001.3609367</a:t>
            </a:r>
            <a:endParaRPr lang="de-CH" sz="1400" dirty="0"/>
          </a:p>
          <a:p>
            <a:pPr>
              <a:lnSpc>
                <a:spcPct val="150000"/>
              </a:lnSpc>
            </a:pPr>
            <a:r>
              <a:rPr lang="en-US" sz="1400" dirty="0"/>
              <a:t>OWASP Mobile Application Security. (2025). </a:t>
            </a:r>
            <a:r>
              <a:rPr lang="en-US" sz="1400" i="1" dirty="0"/>
              <a:t>Home page</a:t>
            </a:r>
            <a:r>
              <a:rPr lang="en-US" sz="1400" dirty="0"/>
              <a:t>. The OWASP Foundation. </a:t>
            </a:r>
            <a:r>
              <a:rPr lang="en-US" sz="1400" dirty="0">
                <a:hlinkClick r:id="rId3"/>
              </a:rPr>
              <a:t>https://mas.owasp.org/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/>
              <a:t>OWASP Mobile Application Security Testing Guide (MASTG). (2025). </a:t>
            </a:r>
            <a:r>
              <a:rPr lang="en-US" sz="1400" i="1" dirty="0"/>
              <a:t>Android reference apps section</a:t>
            </a:r>
            <a:r>
              <a:rPr lang="en-US" sz="1400" dirty="0"/>
              <a:t>. The OWASP Foundation. </a:t>
            </a:r>
            <a:r>
              <a:rPr lang="en-US" sz="1400" dirty="0">
                <a:hlinkClick r:id="rId4"/>
              </a:rPr>
              <a:t>https://github.com/OWASP/mastg/tree/ffde0bdd9bdfd375d93ddb433bd3134e3977c64d/apps/android</a:t>
            </a:r>
            <a:endParaRPr lang="en-US" sz="1400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FD75FB1-E467-F2FE-BC4D-F49775063E4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A907E6BB-8850-8DA0-6092-87B50923B4F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32296EAA-DCB2-B193-D4AA-9D3B42002A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50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169290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00803-E03E-4256-407B-FAE7CDFC1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81ABAB7-4944-26AF-8D85-744ECD9FD4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57B34DA-F6BC-04E0-7981-3F7D556C0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1DA1CC60-ABE8-FA5B-30CF-E47720B805DA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533" y="1203598"/>
            <a:ext cx="8424467" cy="3332402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endParaRPr lang="en-US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CF5D1FE-ADE6-CCE1-EE0E-EF9EF886F6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BD3BC772-1808-72C0-840C-4671D66F866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AB3C26B-0B46-9A09-B6C8-9B7226ECB05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en-US" noProof="0" smtClean="0"/>
              <a:pPr/>
              <a:t>51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27944303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">
  <a:themeElements>
    <a:clrScheme name="UniBE">
      <a:dk1>
        <a:sysClr val="windowText" lastClr="000000"/>
      </a:dk1>
      <a:lt1>
        <a:sysClr val="window" lastClr="FFFFFF"/>
      </a:lt1>
      <a:dk2>
        <a:srgbClr val="53565A"/>
      </a:dk2>
      <a:lt2>
        <a:srgbClr val="E40046"/>
      </a:lt2>
      <a:accent1>
        <a:srgbClr val="202A44"/>
      </a:accent1>
      <a:accent2>
        <a:srgbClr val="E40046"/>
      </a:accent2>
      <a:accent3>
        <a:srgbClr val="DE7C00"/>
      </a:accent3>
      <a:accent4>
        <a:srgbClr val="DAAA00"/>
      </a:accent4>
      <a:accent5>
        <a:srgbClr val="A4C8E1"/>
      </a:accent5>
      <a:accent6>
        <a:srgbClr val="97999B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2" id="{F85B5258-2C3E-489C-8456-0280B7693F9C}" vid="{220B11A5-9FBE-4BE8-88F7-F6586911FCB9}"/>
    </a:ext>
  </a:extLst>
</a:theme>
</file>

<file path=ppt/theme/theme2.xml><?xml version="1.0" encoding="utf-8"?>
<a:theme xmlns:a="http://schemas.openxmlformats.org/drawingml/2006/main" name="1_Office">
  <a:themeElements>
    <a:clrScheme name="UniBE">
      <a:dk1>
        <a:sysClr val="windowText" lastClr="000000"/>
      </a:dk1>
      <a:lt1>
        <a:sysClr val="window" lastClr="FFFFFF"/>
      </a:lt1>
      <a:dk2>
        <a:srgbClr val="53565A"/>
      </a:dk2>
      <a:lt2>
        <a:srgbClr val="E40046"/>
      </a:lt2>
      <a:accent1>
        <a:srgbClr val="202A44"/>
      </a:accent1>
      <a:accent2>
        <a:srgbClr val="E40046"/>
      </a:accent2>
      <a:accent3>
        <a:srgbClr val="DE7C00"/>
      </a:accent3>
      <a:accent4>
        <a:srgbClr val="DAAA00"/>
      </a:accent4>
      <a:accent5>
        <a:srgbClr val="A4C8E1"/>
      </a:accent5>
      <a:accent6>
        <a:srgbClr val="97999B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2" id="{F85B5258-2C3E-489C-8456-0280B7693F9C}" vid="{B4599F3B-7FCE-492B-8B3D-887A710F2678}"/>
    </a:ext>
  </a:extLst>
</a:theme>
</file>

<file path=ppt/theme/theme3.xml><?xml version="1.0" encoding="utf-8"?>
<a:theme xmlns:a="http://schemas.openxmlformats.org/drawingml/2006/main" name="Ende">
  <a:themeElements>
    <a:clrScheme name="UniBE">
      <a:dk1>
        <a:sysClr val="windowText" lastClr="000000"/>
      </a:dk1>
      <a:lt1>
        <a:sysClr val="window" lastClr="FFFFFF"/>
      </a:lt1>
      <a:dk2>
        <a:srgbClr val="53565A"/>
      </a:dk2>
      <a:lt2>
        <a:srgbClr val="E40046"/>
      </a:lt2>
      <a:accent1>
        <a:srgbClr val="202A44"/>
      </a:accent1>
      <a:accent2>
        <a:srgbClr val="E40046"/>
      </a:accent2>
      <a:accent3>
        <a:srgbClr val="DE7C00"/>
      </a:accent3>
      <a:accent4>
        <a:srgbClr val="DAAA00"/>
      </a:accent4>
      <a:accent5>
        <a:srgbClr val="A4C8E1"/>
      </a:accent5>
      <a:accent6>
        <a:srgbClr val="97999B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2" id="{F85B5258-2C3E-489C-8456-0280B7693F9C}" vid="{4527320C-C198-40CD-B0BF-F9ABCAA7BE5F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UniBE - Vorlage Praesentationen</Template>
  <TotalTime>0</TotalTime>
  <Words>1497</Words>
  <Application>Microsoft Office PowerPoint</Application>
  <PresentationFormat>Bildschirmpräsentation (16:9)</PresentationFormat>
  <Paragraphs>340</Paragraphs>
  <Slides>51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51</vt:i4>
      </vt:variant>
    </vt:vector>
  </HeadingPairs>
  <TitlesOfParts>
    <vt:vector size="57" baseType="lpstr">
      <vt:lpstr>Arial</vt:lpstr>
      <vt:lpstr>Calibri</vt:lpstr>
      <vt:lpstr>Symbol</vt:lpstr>
      <vt:lpstr>3_Office</vt:lpstr>
      <vt:lpstr>1_Office</vt:lpstr>
      <vt:lpstr>Ende</vt:lpstr>
      <vt:lpstr>Development of a Reference Application for the OWASP Mobile Application Security Testing Guide (MASTG)</vt:lpstr>
      <vt:lpstr>State of Android App Security</vt:lpstr>
      <vt:lpstr>State of Android App Security</vt:lpstr>
      <vt:lpstr>State of Android App Security</vt:lpstr>
      <vt:lpstr>State of Android App Security</vt:lpstr>
      <vt:lpstr>State of Android App Security</vt:lpstr>
      <vt:lpstr>State of Android App Security</vt:lpstr>
      <vt:lpstr>State of Android App Security</vt:lpstr>
      <vt:lpstr>Understanding the Challenge</vt:lpstr>
      <vt:lpstr>State of Android App Security</vt:lpstr>
      <vt:lpstr>State of Android App Security</vt:lpstr>
      <vt:lpstr>Understanding the Challenge</vt:lpstr>
      <vt:lpstr>Understanding the Challenge</vt:lpstr>
      <vt:lpstr>Understanding the Challenge</vt:lpstr>
      <vt:lpstr>Presentation Outline</vt:lpstr>
      <vt:lpstr>Background Knowledge</vt:lpstr>
      <vt:lpstr>Connection to Academia</vt:lpstr>
      <vt:lpstr>Connection to Academia</vt:lpstr>
      <vt:lpstr>Connection to Academia</vt:lpstr>
      <vt:lpstr>Connection to Academia</vt:lpstr>
      <vt:lpstr>Connection to Academia</vt:lpstr>
      <vt:lpstr>State of the Art in MASTG Reference Apps</vt:lpstr>
      <vt:lpstr>State of the Art in MASTG Reference Apps</vt:lpstr>
      <vt:lpstr>State of the Art in MASTG Reference Apps</vt:lpstr>
      <vt:lpstr>State of the Art in MASTG Reference Apps</vt:lpstr>
      <vt:lpstr>State of the Art in MASTG Reference Apps</vt:lpstr>
      <vt:lpstr>State of the Art in MASTG Reference Apps</vt:lpstr>
      <vt:lpstr>State of the Art in MASTG Reference Apps</vt:lpstr>
      <vt:lpstr>State of the Art in MASTG Reference Apps</vt:lpstr>
      <vt:lpstr>State of the Art in MASTG Reference Apps</vt:lpstr>
      <vt:lpstr>State of the Art in MASTG Reference Apps</vt:lpstr>
      <vt:lpstr>State of the Art in MASTG Reference Apps</vt:lpstr>
      <vt:lpstr>Designing Our Apps</vt:lpstr>
      <vt:lpstr>Designing Our Apps</vt:lpstr>
      <vt:lpstr>Designing Our Apps</vt:lpstr>
      <vt:lpstr>Designing Our Apps</vt:lpstr>
      <vt:lpstr>Designing Our Apps</vt:lpstr>
      <vt:lpstr>Designing Our Apps</vt:lpstr>
      <vt:lpstr>Designing Our Apps</vt:lpstr>
      <vt:lpstr>Designing Our Apps</vt:lpstr>
      <vt:lpstr>Results</vt:lpstr>
      <vt:lpstr>Results</vt:lpstr>
      <vt:lpstr>Results</vt:lpstr>
      <vt:lpstr>Results</vt:lpstr>
      <vt:lpstr>Outlook</vt:lpstr>
      <vt:lpstr>Outlook</vt:lpstr>
      <vt:lpstr>Conclusion</vt:lpstr>
      <vt:lpstr>Questions?</vt:lpstr>
      <vt:lpstr>References</vt:lpstr>
      <vt:lpstr>References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Scholl, André (IWI)</dc:creator>
  <cp:lastModifiedBy>Kronig, Dominic Fabian (STUDENTS)</cp:lastModifiedBy>
  <cp:revision>399</cp:revision>
  <dcterms:created xsi:type="dcterms:W3CDTF">2021-06-29T15:00:13Z</dcterms:created>
  <dcterms:modified xsi:type="dcterms:W3CDTF">2026-02-09T11:49:24Z</dcterms:modified>
</cp:coreProperties>
</file>