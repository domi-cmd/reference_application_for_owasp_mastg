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84" y="1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9D0ABAD-E6D6-1A88-6C69-D668673229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09A4F5C-D7D1-15C9-BBB2-38D74C861C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20D9423-F3ED-7E9D-3B74-C1151C40D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CB846D-B418-70C2-945A-24E535C85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3A7414E-F234-C1E8-D91A-F1ECEA964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137785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5B9B57-C2DB-1AA1-1485-964BE75B02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C2D9AB-A100-8DF9-19EA-122CA0141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B37092-78C9-5445-1F0B-6365A0EB2A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6DA7369-E850-A0ED-2170-BE294E558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C2E84F-1072-E031-A8B3-4D6E2CDAF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70998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9E096-6B90-58AA-4D25-D61899A4C5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D310C30-3179-11B4-43C3-72230F467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C285EC2-73ED-A0DA-949F-CAC44A847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D3B241F-B581-9DB5-D4E9-C89ECE816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D95F14-2B35-681D-318C-698A1EBE7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754444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4EFC2B-02E1-240A-8851-7381A2C6EA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C470CB8-3DE4-D754-BFF8-510C2EE6C4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69481A3-E35B-E70F-BE25-562AEFA7F0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FDC3280-056C-02BE-D230-77EDE0730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C177575-2FA4-556E-9441-F72D69BB2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1D2966A-C9CE-2C9E-B855-2A9222FA5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927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4FCAFD3-486A-B0D1-282A-B52ACDF57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60D76E9-68B3-EB1A-395A-9BB91CE8E3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45975D1-A3B5-6BB7-605F-554DD3C95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B9F3472-B054-662D-FB62-8F75A0908A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4A5F7E9-FAE1-9BBC-24A5-E687695782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FB82ED6-E3B5-A2B1-6312-5C94A03FD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B4DCCFF-1998-142F-EAA3-15EC632D7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BBB8EDA9-BBEC-9C78-40F2-CBC4EA584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64492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63DEE5-16BE-7BF5-A4EE-154BF1238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DFF52821-1521-6720-FDEE-406175D2A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DF209D-EDCF-A462-7E9B-74C531B72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1C82365-ADF1-E86D-FC0C-7A7CB6992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88156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E9F2E4E-D752-1CB7-5A3E-21EB0184F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5D0F89-9F50-231F-DD9E-BCBBF20C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4EF071C-6C10-3B53-A42F-B293209A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906019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062FD6B-95BC-DD6E-C468-8623BF03B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F5FD6C-7094-11ED-839C-0974BE28E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4FE5F1A-175F-CD13-C494-2D46F9C68D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76C9C91-76D6-EC81-E64C-E9D2A1331C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EF5D36C-0611-3384-5167-16473FFA1C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3A7FAA-1D82-C630-06AA-AB79DE2D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0697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FD5A0E-6B9A-A73D-EA9A-B53B6E769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3DCD09F-FFD7-220F-2260-71B0D4C7D2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0849709-BF86-8EA4-F5DB-A882AD945A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7249B73-845E-068F-70B6-6FA1C1BC7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2BD470A-DE15-1899-1F97-E00D2CC548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8DE1B8E-28CE-9F7E-B265-BF80AC658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725059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73CC3B-2ECD-76DF-554F-AB171A02D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629E3C3C-9D72-8CAE-31CA-1CF293B710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C73A9F-6237-89AC-C92E-B5E2196D6D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23616CD-3562-7231-69F2-D47499E11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B0C3AB-E479-17AA-709F-863B30A17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755398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AE4084DE-90EE-7017-E17E-E2BCEECE59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362C8DF-6ACA-2D24-E80F-021D8AC25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1437EFF-C148-9708-2C8D-4F4A945A7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48A9D5-E720-07BD-3952-4AC997E59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9C0604F-708B-4EB1-F7DC-0607BE973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85557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F21430-79CF-7DB2-5CC5-2D9733E90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EA6919E-2DC5-5118-4EC3-E26D9E9E9D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87DF82C-E552-D35E-BF98-A87DF919DC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F4451E-F351-47A4-82E4-9860DE75D2E7}" type="datetimeFigureOut">
              <a:rPr lang="de-CH" smtClean="0"/>
              <a:t>31.01.2026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9948B54-EC67-4896-1DB3-0FDBE7DE5E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767301-DB88-97CC-6C3D-C47F5BB579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0A865B-A54C-4C9F-9B17-5438840D006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41600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6BA18C-4F20-8CB4-95F8-F5C3D21082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xyz</a:t>
            </a:r>
            <a:endParaRPr lang="de-CH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2577231-F019-D9FB-7E09-E451B4521CA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721403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Breitbild</PresentationFormat>
  <Paragraphs>1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xyz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Kronig, Dominic Fabian (STUDENTS)</dc:creator>
  <cp:lastModifiedBy>Kronig, Dominic Fabian (STUDENTS)</cp:lastModifiedBy>
  <cp:revision>1</cp:revision>
  <dcterms:created xsi:type="dcterms:W3CDTF">2026-01-31T14:04:14Z</dcterms:created>
  <dcterms:modified xsi:type="dcterms:W3CDTF">2026-01-31T14:04:50Z</dcterms:modified>
</cp:coreProperties>
</file>