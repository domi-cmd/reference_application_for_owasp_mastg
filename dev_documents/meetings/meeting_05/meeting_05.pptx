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2" r:id="rId9"/>
    <p:sldId id="269" r:id="rId10"/>
    <p:sldId id="270" r:id="rId11"/>
    <p:sldId id="271" r:id="rId12"/>
    <p:sldId id="272" r:id="rId13"/>
    <p:sldId id="263" r:id="rId14"/>
    <p:sldId id="264" r:id="rId15"/>
    <p:sldId id="265" r:id="rId16"/>
    <p:sldId id="267" r:id="rId17"/>
    <p:sldId id="268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F4E1B3-838B-430D-CD5C-24FCCD6EBA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C394B9-B7C1-CC34-12E7-A7E20871A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8D97198-5CF4-00B2-8240-D1EA1140A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E1F601-F0CF-825F-4B92-879AF5624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6996F8-6E12-9ADF-383B-24747FA62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08836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3CFDF2-4A39-A52C-0386-53B907C98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ECDB65-559E-0B6E-6FF4-C3BD8471C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1563C2-3B48-258F-1497-236CDEC9C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6B1571-F37A-27FF-C77B-AF8975781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94770D-9E8E-64E4-BA4B-78B5AE5E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563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8607D0-DFA9-7E1D-5BA8-CE8A5E2F2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DD8AE2-FDA3-4056-43D8-FA40DBEC5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F58068B-0DC0-E58A-BDF8-5F2DD8481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8386569-F1EE-DA99-0C42-0BDD35B4B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8254F5-1E5A-D1AB-783C-C029A3100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98437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7ED10E-2F7E-DD3F-4EA1-CCAA8686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807535-414F-9AC4-764A-42459C8256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68EE70B-ECA3-AFD6-527B-CE01629375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8C75D8-C0A1-4DB2-AD8B-AE466E605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EC8CB4-DAF1-8729-4E44-EE475FE86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045478F-9144-2508-6CC2-6250AF4A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145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431-3A3D-39EA-4291-04342C732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D6D635B-DD0C-5E62-6B03-19545061C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6BA6A8-1651-592F-A8DD-CEDBF68B44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8A74B3-035A-6C81-597F-55184E178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B93FCBB-579C-D031-004B-277DAC6065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3C918B-3965-F3B3-1A96-1B2BA0F2E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91ACC76-C7AE-5A77-7B3D-D3BDD3786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F64FDF1-DED2-70F2-40EA-B6372C483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962123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0C95FF-17F3-939C-592A-480DE9E1B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3E2B68B-F8A6-4CAE-FAB5-26910EC16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A22E857-FD4E-672A-E12F-6A6BFEE78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CE2C3F-0435-04C8-DDAE-418B5631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822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3006D6F-97EE-06E1-D924-56012BAF4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2485E08-6A12-9B3F-17AD-B8504BE30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6FADBB-8C66-0605-0AC3-F039DBC17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4958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B233B3-9DC2-55CD-A1A8-4FA51FB75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24AA2A-94FB-271F-DFC6-1DB2DA307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683E15D-676B-350F-0080-0809B8CE30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3460736-090C-0F72-3BD5-610790B0B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FCED03-7699-BB5A-BCB5-417523EF2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799B58A-3A1D-341A-92DC-93C34B7BB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22727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DA3948-B771-B788-D909-EA7A47BEA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F5BA569-7E9B-EEDF-BD4A-2402C05F7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FE92A95-96B6-1F6F-0ACC-D607BAF8B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279666-0387-84BC-2F1B-62571543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E318E4E-2ADB-28F4-8B41-F15B8EAE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B7075EB-5D82-875A-4CFB-6957B9F57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68252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61E1-D74D-C382-0C73-38C2C1DFD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E16348-E379-9965-2634-66A9DC945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365A8F-36B5-EF3B-25C8-4C30E4E4A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F54A1E-8E10-DDCF-ED46-3315CFC98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E93E7-8209-22DB-B8C6-0EBAF334F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65252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E2B0D62-055C-C6F2-4C22-99FF5A66E6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4959D31-202C-16A0-27E6-506275305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E383AB-0FD6-EB60-5357-21871C227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BD6D7E-8926-C1F7-D0D3-CA4697F1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16F54D-9C27-7270-7723-C0B5433BC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44819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A35C891-8A14-1B5E-A925-42D5A2DF9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F1EA7FF-4E15-4D70-36C8-D6C7DF4AF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6090FD-9AA2-4979-F4AD-781B5332F3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C949DD-DC1B-466F-B05B-AF5B6B3C0EAC}" type="datetimeFigureOut">
              <a:rPr lang="de-CH" smtClean="0"/>
              <a:t>21.11.2025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4475F3-60B2-58C6-4633-6135229A32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7F9A8D-4072-4985-BE1C-35DC4F7FC2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FC805-8208-44F6-AC43-1DBDF176BB7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71654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5BC369-14CD-9406-4B39-2DE30F8C6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BA Meeting 05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E659475-BACF-970A-CC48-C7DA59E958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21.11.2025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779228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75E084-4283-C467-1800-4AE23640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gemacht wurde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B33408-B968-C438-6B56-CBC6E795F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:</a:t>
            </a:r>
          </a:p>
          <a:p>
            <a:pPr marL="514350" indent="-514350">
              <a:buAutoNum type="arabicParenR"/>
            </a:pPr>
            <a:r>
              <a:rPr lang="de-DE" dirty="0"/>
              <a:t>Reference </a:t>
            </a:r>
            <a:r>
              <a:rPr lang="de-DE" dirty="0" err="1"/>
              <a:t>apps</a:t>
            </a:r>
            <a:endParaRPr lang="de-DE" dirty="0"/>
          </a:p>
          <a:p>
            <a:pPr marL="514350" indent="-514350">
              <a:buAutoNum type="arabicParenR"/>
            </a:pPr>
            <a:r>
              <a:rPr lang="de-DE" dirty="0" err="1"/>
              <a:t>Literature</a:t>
            </a:r>
            <a:r>
              <a:rPr lang="de-DE" dirty="0"/>
              <a:t> Review</a:t>
            </a:r>
          </a:p>
          <a:p>
            <a:r>
              <a:rPr lang="de-CH" dirty="0"/>
              <a:t>«</a:t>
            </a:r>
            <a:r>
              <a:rPr lang="de-CH" dirty="0" err="1"/>
              <a:t>How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exploit</a:t>
            </a:r>
            <a:r>
              <a:rPr lang="de-CH" dirty="0"/>
              <a:t>» für alle </a:t>
            </a:r>
            <a:r>
              <a:rPr lang="de-CH" dirty="0" err="1"/>
              <a:t>vulnerabilities</a:t>
            </a:r>
            <a:endParaRPr lang="de-CH" dirty="0"/>
          </a:p>
          <a:p>
            <a:pPr marL="0" indent="0">
              <a:buNone/>
            </a:pPr>
            <a:r>
              <a:rPr lang="de-CH" dirty="0"/>
              <a:t>-&gt; Frida</a:t>
            </a:r>
          </a:p>
          <a:p>
            <a:r>
              <a:rPr lang="de-CH" dirty="0"/>
              <a:t>Neue Crypto </a:t>
            </a:r>
            <a:r>
              <a:rPr lang="de-CH" dirty="0" err="1"/>
              <a:t>vulnerabilities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95077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4FA84-B1B7-DAA1-B100-AE12881AC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work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1983F8-A675-6C17-A7B7-AD4F541E4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254BCAB-57A4-C10D-12D9-56B43A916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323" y="2484663"/>
            <a:ext cx="8490788" cy="2119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857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AA334-B348-C411-6800-4E12E7AEF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1203B1-9517-0C47-48D3-805B62FDB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art-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apps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3AA2DF-357C-4879-EB58-3C961A727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Fokus auf </a:t>
            </a:r>
            <a:r>
              <a:rPr lang="de-DE" dirty="0" err="1"/>
              <a:t>Platform</a:t>
            </a:r>
            <a:endParaRPr lang="de-DE" dirty="0"/>
          </a:p>
          <a:p>
            <a:r>
              <a:rPr lang="de-DE" dirty="0"/>
              <a:t>Fehlen von Crypto</a:t>
            </a:r>
            <a:endParaRPr lang="de-CH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AE7447-2379-571A-F2DC-BDDAAA6C5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699" y="1368423"/>
            <a:ext cx="6384301" cy="615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093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71682-13B6-3C30-49F8-0714E9CBD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EE16EB-913C-6BC6-9289-BAAE49409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art-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apps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59FF34-B0BB-4A53-44BA-AF9D2477A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Platform</a:t>
            </a:r>
            <a:r>
              <a:rPr lang="de-DE" dirty="0"/>
              <a:t> individuell auch überrepräsentiert</a:t>
            </a:r>
          </a:p>
          <a:p>
            <a:r>
              <a:rPr lang="de-DE" dirty="0"/>
              <a:t>Crypto, Auth und Privacy am wenigsten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010BD1F-2D2B-27AA-A6F1-5023B1910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3438" y="1226997"/>
            <a:ext cx="4343399" cy="5765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20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BC90-5945-05BA-AC95-839BB1AF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B1EADF-C058-776A-F02D-66EF6D431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Related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– </a:t>
            </a:r>
            <a:r>
              <a:rPr lang="de-DE" dirty="0" err="1"/>
              <a:t>Literature</a:t>
            </a:r>
            <a:r>
              <a:rPr lang="de-DE" dirty="0"/>
              <a:t> Review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F377E3-DCD7-4CB1-144C-976E925D5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Zuerst Methodik</a:t>
            </a:r>
          </a:p>
          <a:p>
            <a:r>
              <a:rPr lang="de-DE" dirty="0"/>
              <a:t>Dann grobe Resultate</a:t>
            </a:r>
          </a:p>
          <a:p>
            <a:r>
              <a:rPr lang="de-DE" dirty="0"/>
              <a:t>Dann 5 Papers im Detail</a:t>
            </a:r>
          </a:p>
          <a:p>
            <a:pPr marL="0" indent="0">
              <a:buNone/>
            </a:pPr>
            <a:r>
              <a:rPr lang="de-DE" dirty="0"/>
              <a:t>-&gt; Wo passt meine BA rein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B19B700-0509-1D9E-6F91-10F286AFD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720" y="1360931"/>
            <a:ext cx="6553280" cy="578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395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02950-64EB-DD7B-3791-1B077959C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FC89A5-72F3-F353-B956-A257C3717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15788D-282E-A1E7-D0D5-1D9163C68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Wiki für oft gebrauchte Techniken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821A7B-D326-876E-BE45-E297068F9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438" y="1315834"/>
            <a:ext cx="5355047" cy="380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10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038A2-60F8-28C2-D1CC-19827DF21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6BEFD1-7A8B-76F0-5ECB-CB8989E25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1F12814-DE09-1865-B822-EC68DB801F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83" y="1570335"/>
            <a:ext cx="11832433" cy="518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956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24AA-F3A8-4829-51BA-79743EEE2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E70DD6-8837-475A-580C-7869B4F3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1E0F25C-6EC0-1A49-A0EA-ED90A861D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521258"/>
            <a:ext cx="11543071" cy="533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675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56E08-C6AF-3D03-8D9E-DCA88BD82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BB45B1-BDDB-9D39-8590-94F75760A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A3B0D4-B4BC-2FD6-F523-80F415C9C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521258"/>
            <a:ext cx="11543071" cy="533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664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F4F14-7DA2-C79B-9DC7-C4E9320DD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AC0BB2-E4B2-A17D-9FE5-D15AAC1E0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73818C-6372-B1C9-C929-B62DB2DA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52182"/>
            <a:ext cx="10333702" cy="540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095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CD12F-8A37-46A2-8F47-2C1F7900C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C07834-BC7C-AE16-5602-31D2035E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Beispiel</a:t>
            </a:r>
            <a:endParaRPr lang="de-CH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609DF90-399B-F8CC-6178-77B5CD3EB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129" y="1522117"/>
            <a:ext cx="9979741" cy="5335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207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081F3-4093-88E1-15D1-558C072F9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77F9E-B993-0AD1-19DB-474AE6004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„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exploit</a:t>
            </a:r>
            <a:r>
              <a:rPr lang="de-DE" dirty="0"/>
              <a:t>“ - Problem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968C54-00E1-6CD9-B0E6-66C4D7C73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Keine „echte“ Schwachstellen</a:t>
            </a:r>
          </a:p>
          <a:p>
            <a:r>
              <a:rPr lang="de-DE" dirty="0"/>
              <a:t>Zugriff auf </a:t>
            </a:r>
            <a:r>
              <a:rPr lang="de-DE" dirty="0" err="1"/>
              <a:t>encrypted</a:t>
            </a:r>
            <a:r>
              <a:rPr lang="de-DE" dirty="0"/>
              <a:t> Daten nötig</a:t>
            </a:r>
          </a:p>
          <a:p>
            <a:r>
              <a:rPr lang="de-DE" dirty="0"/>
              <a:t>Frida geht auch nicht</a:t>
            </a:r>
          </a:p>
          <a:p>
            <a:pPr marL="0" indent="0">
              <a:buNone/>
            </a:pPr>
            <a:r>
              <a:rPr lang="de-DE" dirty="0"/>
              <a:t>-&gt; </a:t>
            </a:r>
            <a:r>
              <a:rPr lang="de-DE" dirty="0" err="1"/>
              <a:t>Misconfigured</a:t>
            </a:r>
            <a:r>
              <a:rPr lang="de-DE" dirty="0"/>
              <a:t> </a:t>
            </a:r>
            <a:r>
              <a:rPr lang="de-DE" dirty="0" err="1"/>
              <a:t>content</a:t>
            </a:r>
            <a:r>
              <a:rPr lang="de-DE" dirty="0"/>
              <a:t> </a:t>
            </a:r>
            <a:r>
              <a:rPr lang="de-DE" dirty="0" err="1"/>
              <a:t>provider</a:t>
            </a:r>
            <a:r>
              <a:rPr lang="de-DE" dirty="0"/>
              <a:t> hinzufügen?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8563019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8B9D9-C1AB-E4A3-2C24-B376E2363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5952C5-15AB-F385-6B75-1ECDAFFFD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Neue Crypto Schwachstellen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02B96A-DB62-A1FB-E5A8-A9A51B320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8/18</a:t>
            </a:r>
            <a:endParaRPr lang="de-CH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E64FA9B-F707-2DD2-9CFC-F751C9149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829" y="2000996"/>
            <a:ext cx="9318171" cy="467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13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A8E5F-3AD0-156E-7A27-15CF1B283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FFCD-8DD6-A71D-0D64-C2D5C72E9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(</a:t>
            </a:r>
            <a:r>
              <a:rPr lang="de-DE" dirty="0" err="1"/>
              <a:t>Maswe</a:t>
            </a:r>
            <a:r>
              <a:rPr lang="de-DE" dirty="0"/>
              <a:t> 0002 zum letzten mal)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06333CA-42E4-0A3C-3971-01FDE158A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trike="sngStrike" dirty="0" err="1">
                <a:solidFill>
                  <a:srgbClr val="FF0000"/>
                </a:solidFill>
              </a:rPr>
              <a:t>maswe</a:t>
            </a:r>
            <a:r>
              <a:rPr lang="de-DE" strike="sngStrike" dirty="0">
                <a:solidFill>
                  <a:srgbClr val="FF0000"/>
                </a:solidFill>
              </a:rPr>
              <a:t> 0002 </a:t>
            </a:r>
            <a:r>
              <a:rPr lang="de-DE" strike="sngStrike" dirty="0" err="1">
                <a:solidFill>
                  <a:srgbClr val="FF0000"/>
                </a:solidFill>
              </a:rPr>
              <a:t>temp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strike="sngStrike" dirty="0" err="1">
                <a:solidFill>
                  <a:srgbClr val="FF0000"/>
                </a:solidFill>
              </a:rPr>
              <a:t>file</a:t>
            </a:r>
            <a:r>
              <a:rPr lang="de-DE" dirty="0">
                <a:solidFill>
                  <a:srgbClr val="FF0000"/>
                </a:solidFill>
              </a:rPr>
              <a:t> nicht mehr internal</a:t>
            </a:r>
            <a:endParaRPr lang="de-DE" strike="sngStrike" dirty="0">
              <a:solidFill>
                <a:srgbClr val="FF0000"/>
              </a:solidFill>
            </a:endParaRPr>
          </a:p>
          <a:p>
            <a:r>
              <a:rPr lang="de-DE" strike="sngStrike" dirty="0" err="1">
                <a:solidFill>
                  <a:srgbClr val="FF0000"/>
                </a:solidFill>
              </a:rPr>
              <a:t>folder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strike="sngStrike" dirty="0" err="1">
                <a:solidFill>
                  <a:srgbClr val="FF0000"/>
                </a:solidFill>
              </a:rPr>
              <a:t>permission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dirty="0">
                <a:solidFill>
                  <a:srgbClr val="FF0000"/>
                </a:solidFill>
              </a:rPr>
              <a:t>ändern geht nicht</a:t>
            </a:r>
            <a:endParaRPr lang="de-DE" strike="sngStrike" dirty="0">
              <a:solidFill>
                <a:srgbClr val="FF0000"/>
              </a:solidFill>
            </a:endParaRPr>
          </a:p>
          <a:p>
            <a:r>
              <a:rPr lang="de-DE" strike="sngStrike" dirty="0" err="1">
                <a:solidFill>
                  <a:srgbClr val="FF0000"/>
                </a:solidFill>
              </a:rPr>
              <a:t>chmod</a:t>
            </a:r>
            <a:r>
              <a:rPr lang="de-DE" strike="sngStrike" dirty="0">
                <a:solidFill>
                  <a:srgbClr val="FF0000"/>
                </a:solidFill>
              </a:rPr>
              <a:t> </a:t>
            </a:r>
            <a:r>
              <a:rPr lang="de-DE" dirty="0">
                <a:solidFill>
                  <a:srgbClr val="FF0000"/>
                </a:solidFill>
              </a:rPr>
              <a:t>7777 geht nicht</a:t>
            </a:r>
            <a:endParaRPr lang="de-DE" strike="sngStrike" dirty="0">
              <a:solidFill>
                <a:srgbClr val="FF0000"/>
              </a:solidFill>
            </a:endParaRPr>
          </a:p>
          <a:p>
            <a:r>
              <a:rPr lang="de-DE" dirty="0">
                <a:solidFill>
                  <a:srgbClr val="00B050"/>
                </a:solidFill>
              </a:rPr>
              <a:t>(sonst einfach so lassen wie es ist)</a:t>
            </a:r>
            <a:endParaRPr lang="de-CH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4695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BC97A-84ED-7BD2-1859-D6E8F7F7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F7025E-6C2E-FE95-C37F-91EC5F42F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 was gearbeitet wird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31057A-B2F3-7D6A-E3D2-C3C16A95B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Fertigstellen Crypto</a:t>
            </a:r>
          </a:p>
        </p:txBody>
      </p:sp>
    </p:spTree>
    <p:extLst>
      <p:ext uri="{BB962C8B-B14F-4D97-AF65-F5344CB8AC3E}">
        <p14:creationId xmlns:p14="http://schemas.microsoft.com/office/powerpoint/2010/main" val="4905515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C877D-4288-25F7-36B6-7A57EA7A3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2CA4E9-7900-B46F-CB1B-9083B69C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 bis zum nächsten Mal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D60D3C-52E8-8ABF-6A49-5CFFF7A9F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Fertigstellen Crypto</a:t>
            </a:r>
          </a:p>
          <a:p>
            <a:r>
              <a:rPr lang="de-DE" dirty="0" err="1"/>
              <a:t>Introduction</a:t>
            </a:r>
            <a:r>
              <a:rPr lang="de-DE" dirty="0"/>
              <a:t> für BA </a:t>
            </a:r>
            <a:r>
              <a:rPr lang="de-DE" dirty="0" err="1"/>
              <a:t>thesis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62410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</Words>
  <Application>Microsoft Office PowerPoint</Application>
  <PresentationFormat>Breitbild</PresentationFormat>
  <Paragraphs>45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</vt:lpstr>
      <vt:lpstr>BA Meeting 05</vt:lpstr>
      <vt:lpstr>Was gemacht wurde</vt:lpstr>
      <vt:lpstr>Related work</vt:lpstr>
      <vt:lpstr>State of the art- reference apps</vt:lpstr>
      <vt:lpstr>State of the art- reference apps</vt:lpstr>
      <vt:lpstr>Related work – Literature Review</vt:lpstr>
      <vt:lpstr>„How to exploit“</vt:lpstr>
      <vt:lpstr>„How to exploit“ - Beispiel</vt:lpstr>
      <vt:lpstr>„How to exploit“ - Beispiel</vt:lpstr>
      <vt:lpstr>„How to exploit“ - Beispiel</vt:lpstr>
      <vt:lpstr>„How to exploit“ - Beispiel</vt:lpstr>
      <vt:lpstr>„How to exploit“ - Beispiel</vt:lpstr>
      <vt:lpstr>„How to exploit“ - Problem</vt:lpstr>
      <vt:lpstr>Neue Crypto Schwachstellen</vt:lpstr>
      <vt:lpstr>(Maswe 0002 zum letzten mal)</vt:lpstr>
      <vt:lpstr>An was gearbeitet wird</vt:lpstr>
      <vt:lpstr>Ziele bis zum nächsten Mal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34</cp:revision>
  <dcterms:created xsi:type="dcterms:W3CDTF">2025-11-20T14:33:00Z</dcterms:created>
  <dcterms:modified xsi:type="dcterms:W3CDTF">2025-11-21T09:01:24Z</dcterms:modified>
</cp:coreProperties>
</file>