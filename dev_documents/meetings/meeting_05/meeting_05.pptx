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6" r:id="rId6"/>
    <p:sldId id="260" r:id="rId7"/>
    <p:sldId id="261" r:id="rId8"/>
    <p:sldId id="262" r:id="rId9"/>
    <p:sldId id="269" r:id="rId10"/>
    <p:sldId id="270" r:id="rId11"/>
    <p:sldId id="271" r:id="rId12"/>
    <p:sldId id="272" r:id="rId13"/>
    <p:sldId id="263" r:id="rId14"/>
    <p:sldId id="264" r:id="rId15"/>
    <p:sldId id="265" r:id="rId16"/>
    <p:sldId id="267" r:id="rId17"/>
    <p:sldId id="268" r:id="rId18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65" d="100"/>
          <a:sy n="65" d="100"/>
        </p:scale>
        <p:origin x="72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FF4E1B3-838B-430D-CD5C-24FCCD6EBA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ACC394B9-B7C1-CC34-12E7-A7E20871AA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CH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8D97198-5CF4-00B2-8240-D1EA1140AC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C949DD-DC1B-466F-B05B-AF5B6B3C0EAC}" type="datetimeFigureOut">
              <a:rPr lang="de-CH" smtClean="0"/>
              <a:t>20.11.2025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0E1F601-F0CF-825F-4B92-879AF5624F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16996F8-6E12-9ADF-383B-24747FA62C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FC805-8208-44F6-AC43-1DBDF176BB7E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7088362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73CFDF2-4A39-A52C-0386-53B907C98A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1ECDB65-559E-0B6E-6FF4-C3BD8471C5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21563C2-3B48-258F-1497-236CDEC9CB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C949DD-DC1B-466F-B05B-AF5B6B3C0EAC}" type="datetimeFigureOut">
              <a:rPr lang="de-CH" smtClean="0"/>
              <a:t>20.11.2025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06B1571-F37A-27FF-C77B-AF89757818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D94770D-9E8E-64E4-BA4B-78B5AE5E2D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FC805-8208-44F6-AC43-1DBDF176BB7E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7456381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E8607D0-DFA9-7E1D-5BA8-CE8A5E2F21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4DD8AE2-FDA3-4056-43D8-FA40DBEC56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F58068B-0DC0-E58A-BDF8-5F2DD8481D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C949DD-DC1B-466F-B05B-AF5B6B3C0EAC}" type="datetimeFigureOut">
              <a:rPr lang="de-CH" smtClean="0"/>
              <a:t>20.11.2025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8386569-F1EE-DA99-0C42-0BDD35B4B8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E8254F5-1E5A-D1AB-783C-C029A31008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FC805-8208-44F6-AC43-1DBDF176BB7E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5984372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57ED10E-2F7E-DD3F-4EA1-CCAA8686D5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3807535-414F-9AC4-764A-42459C82567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168EE70B-ECA3-AFD6-527B-CE01629375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768C75D8-C0A1-4DB2-AD8B-AE466E6055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C949DD-DC1B-466F-B05B-AF5B6B3C0EAC}" type="datetimeFigureOut">
              <a:rPr lang="de-CH" smtClean="0"/>
              <a:t>20.11.2025</a:t>
            </a:fld>
            <a:endParaRPr lang="de-CH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66EC8CB4-DAF1-8729-4E44-EE475FE863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2045478F-9144-2508-6CC2-6250AF4A0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FC805-8208-44F6-AC43-1DBDF176BB7E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95145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7AAA431-3A3D-39EA-4291-04342C7326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2D6D635B-DD0C-5E62-6B03-19545061CC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296BA6A8-1651-592F-A8DD-CEDBF68B44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D48A74B3-035A-6C81-597F-55184E1785C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2B93FCBB-579C-D031-004B-277DAC60656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243C918B-3965-F3B3-1A96-1B2BA0F2ED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C949DD-DC1B-466F-B05B-AF5B6B3C0EAC}" type="datetimeFigureOut">
              <a:rPr lang="de-CH" smtClean="0"/>
              <a:t>20.11.2025</a:t>
            </a:fld>
            <a:endParaRPr lang="de-CH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991ACC76-C7AE-5A77-7B3D-D3BDD3786E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4F64FDF1-DED2-70F2-40EA-B6372C4838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FC805-8208-44F6-AC43-1DBDF176BB7E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3962123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F0C95FF-17F3-939C-592A-480DE9E1B5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03E2B68B-F8A6-4CAE-FAB5-26910EC16F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C949DD-DC1B-466F-B05B-AF5B6B3C0EAC}" type="datetimeFigureOut">
              <a:rPr lang="de-CH" smtClean="0"/>
              <a:t>20.11.2025</a:t>
            </a:fld>
            <a:endParaRPr lang="de-CH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DA22E857-FD4E-672A-E12F-6A6BFEE785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5BCE2C3F-0435-04C8-DDAE-418B563148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FC805-8208-44F6-AC43-1DBDF176BB7E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9082271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B3006D6F-97EE-06E1-D924-56012BAF40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C949DD-DC1B-466F-B05B-AF5B6B3C0EAC}" type="datetimeFigureOut">
              <a:rPr lang="de-CH" smtClean="0"/>
              <a:t>20.11.2025</a:t>
            </a:fld>
            <a:endParaRPr lang="de-CH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32485E08-6A12-9B3F-17AD-B8504BE309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276FADBB-8C66-0605-0AC3-F039DBC17D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FC805-8208-44F6-AC43-1DBDF176BB7E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649582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0B233B3-9DC2-55CD-A1A8-4FA51FB75C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024AA2A-94FB-271F-DFC6-1DB2DA3071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6683E15D-676B-350F-0080-0809B8CE30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33460736-090C-0F72-3BD5-610790B0B6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C949DD-DC1B-466F-B05B-AF5B6B3C0EAC}" type="datetimeFigureOut">
              <a:rPr lang="de-CH" smtClean="0"/>
              <a:t>20.11.2025</a:t>
            </a:fld>
            <a:endParaRPr lang="de-CH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7FFCED03-7699-BB5A-BCB5-417523EF23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2799B58A-3A1D-341A-92DC-93C34B7BB9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FC805-8208-44F6-AC43-1DBDF176BB7E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4227275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9DA3948-B771-B788-D909-EA7A47BEAE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6F5BA569-7E9B-EEDF-BD4A-2402C05F7EA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CH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0FE92A95-96B6-1F6F-0ACC-D607BAF8BF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72279666-0387-84BC-2F1B-62571543BF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C949DD-DC1B-466F-B05B-AF5B6B3C0EAC}" type="datetimeFigureOut">
              <a:rPr lang="de-CH" smtClean="0"/>
              <a:t>20.11.2025</a:t>
            </a:fld>
            <a:endParaRPr lang="de-CH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2E318E4E-2ADB-28F4-8B41-F15B8EAE67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CB7075EB-5D82-875A-4CFB-6957B9F572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FC805-8208-44F6-AC43-1DBDF176BB7E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42682523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6D761E1-D74D-C382-0C73-38C2C1DFD6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EDE16348-E379-9965-2634-66A9DC94536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C365A8F-36B5-EF3B-25C8-4C30E4E4A3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C949DD-DC1B-466F-B05B-AF5B6B3C0EAC}" type="datetimeFigureOut">
              <a:rPr lang="de-CH" smtClean="0"/>
              <a:t>20.11.2025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7F54A1E-8E10-DDCF-ED46-3315CFC980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23E93E7-8209-22DB-B8C6-0EBAF334F2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FC805-8208-44F6-AC43-1DBDF176BB7E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1652522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2E2B0D62-055C-C6F2-4C22-99FF5A66E6A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64959D31-202C-16A0-27E6-5062753059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FE383AB-0FD6-EB60-5357-21871C227A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C949DD-DC1B-466F-B05B-AF5B6B3C0EAC}" type="datetimeFigureOut">
              <a:rPr lang="de-CH" smtClean="0"/>
              <a:t>20.11.2025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0BD6D7E-8926-C1F7-D0D3-CA4697F1B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116F54D-9C27-7270-7723-C0B5433BCE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FC805-8208-44F6-AC43-1DBDF176BB7E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1448199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0A35C891-8A14-1B5E-A925-42D5A2DF91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0F1EA7FF-4E15-4D70-36C8-D6C7DF4AF3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66090FD-9AA2-4979-F4AD-781B5332F3D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6C949DD-DC1B-466F-B05B-AF5B6B3C0EAC}" type="datetimeFigureOut">
              <a:rPr lang="de-CH" smtClean="0"/>
              <a:t>20.11.2025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34475F3-60B2-58C6-4633-6135229A32C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37F9A8D-4072-4985-BE1C-35DC4F7FC20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6BFC805-8208-44F6-AC43-1DBDF176BB7E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4716541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05BC369-14CD-9406-4B39-2DE30F8C6A4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/>
              <a:t>BA Meeting 05</a:t>
            </a:r>
            <a:endParaRPr lang="de-CH" dirty="0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AE659475-BACF-970A-CC48-C7DA59E9585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e-DE" dirty="0"/>
              <a:t>20.11.2025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18779228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175E084-4283-C467-1800-4AE236408E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Was gemacht wurde</a:t>
            </a:r>
            <a:endParaRPr lang="de-CH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AB33408-B968-C438-6B56-CBC6E795F4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 err="1"/>
              <a:t>Related</a:t>
            </a:r>
            <a:r>
              <a:rPr lang="de-DE" dirty="0"/>
              <a:t> </a:t>
            </a:r>
            <a:r>
              <a:rPr lang="de-DE" dirty="0" err="1"/>
              <a:t>work</a:t>
            </a:r>
            <a:r>
              <a:rPr lang="de-DE" dirty="0"/>
              <a:t>:</a:t>
            </a:r>
          </a:p>
          <a:p>
            <a:pPr marL="514350" indent="-514350">
              <a:buAutoNum type="arabicParenR"/>
            </a:pPr>
            <a:r>
              <a:rPr lang="de-DE" dirty="0"/>
              <a:t>Reference </a:t>
            </a:r>
            <a:r>
              <a:rPr lang="de-DE" dirty="0" err="1"/>
              <a:t>apps</a:t>
            </a:r>
            <a:endParaRPr lang="de-DE" dirty="0"/>
          </a:p>
          <a:p>
            <a:pPr marL="514350" indent="-514350">
              <a:buAutoNum type="arabicParenR"/>
            </a:pPr>
            <a:r>
              <a:rPr lang="de-DE" dirty="0" err="1"/>
              <a:t>Literature</a:t>
            </a:r>
            <a:r>
              <a:rPr lang="de-DE" dirty="0"/>
              <a:t> Review</a:t>
            </a:r>
          </a:p>
          <a:p>
            <a:r>
              <a:rPr lang="de-CH" dirty="0"/>
              <a:t>«</a:t>
            </a:r>
            <a:r>
              <a:rPr lang="de-CH" dirty="0" err="1"/>
              <a:t>How</a:t>
            </a:r>
            <a:r>
              <a:rPr lang="de-CH" dirty="0"/>
              <a:t> </a:t>
            </a:r>
            <a:r>
              <a:rPr lang="de-CH" dirty="0" err="1"/>
              <a:t>to</a:t>
            </a:r>
            <a:r>
              <a:rPr lang="de-CH" dirty="0"/>
              <a:t> </a:t>
            </a:r>
            <a:r>
              <a:rPr lang="de-CH" dirty="0" err="1"/>
              <a:t>exploit</a:t>
            </a:r>
            <a:r>
              <a:rPr lang="de-CH" dirty="0"/>
              <a:t>» für alle </a:t>
            </a:r>
            <a:r>
              <a:rPr lang="de-CH" dirty="0" err="1"/>
              <a:t>vulnerabilities</a:t>
            </a:r>
            <a:endParaRPr lang="de-CH" dirty="0"/>
          </a:p>
          <a:p>
            <a:pPr marL="0" indent="0">
              <a:buNone/>
            </a:pPr>
            <a:r>
              <a:rPr lang="de-CH" dirty="0"/>
              <a:t>-&gt; Frida</a:t>
            </a:r>
          </a:p>
          <a:p>
            <a:r>
              <a:rPr lang="de-CH" dirty="0"/>
              <a:t>Neue Crypto </a:t>
            </a:r>
            <a:r>
              <a:rPr lang="de-CH" dirty="0" err="1"/>
              <a:t>vulnerabilities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950778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F34FA84-B1B7-DAA1-B100-AE12881AC5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Related</a:t>
            </a:r>
            <a:r>
              <a:rPr lang="de-DE" dirty="0"/>
              <a:t> </a:t>
            </a:r>
            <a:r>
              <a:rPr lang="de-DE" dirty="0" err="1"/>
              <a:t>work</a:t>
            </a:r>
            <a:endParaRPr lang="de-CH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01983F8-A675-6C17-A7B7-AD4F541E48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CH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7254BCAB-57A4-C10D-12D9-56B43A916A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11323" y="2484663"/>
            <a:ext cx="8490788" cy="21199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58576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CAA334-B348-C411-6800-4E12E7AEFE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61203B1-9517-0C47-48D3-805B62FDB9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State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art- </a:t>
            </a:r>
            <a:r>
              <a:rPr lang="de-DE" dirty="0" err="1"/>
              <a:t>reference</a:t>
            </a:r>
            <a:r>
              <a:rPr lang="de-DE" dirty="0"/>
              <a:t> </a:t>
            </a:r>
            <a:r>
              <a:rPr lang="de-DE" dirty="0" err="1"/>
              <a:t>apps</a:t>
            </a:r>
            <a:endParaRPr lang="de-CH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33AA2DF-357C-4879-EB58-3C961A7270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Fokus auf </a:t>
            </a:r>
            <a:r>
              <a:rPr lang="de-DE" dirty="0" err="1"/>
              <a:t>Platform</a:t>
            </a:r>
            <a:endParaRPr lang="de-DE" dirty="0"/>
          </a:p>
          <a:p>
            <a:r>
              <a:rPr lang="de-DE" dirty="0"/>
              <a:t>Fehlen von Crypto</a:t>
            </a:r>
            <a:endParaRPr lang="de-CH" dirty="0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8DAE7447-2379-571A-F2DC-BDDAAA6C58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7699" y="1368423"/>
            <a:ext cx="6384301" cy="6159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09328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B71682-13B6-3C30-49F8-0714E9CBDD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CEE16EB-913C-6BC6-9289-BAAE49409F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State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art- </a:t>
            </a:r>
            <a:r>
              <a:rPr lang="de-DE" dirty="0" err="1"/>
              <a:t>reference</a:t>
            </a:r>
            <a:r>
              <a:rPr lang="de-DE" dirty="0"/>
              <a:t> </a:t>
            </a:r>
            <a:r>
              <a:rPr lang="de-DE" dirty="0" err="1"/>
              <a:t>apps</a:t>
            </a:r>
            <a:endParaRPr lang="de-CH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E59FF34-B0BB-4A53-44BA-AF9D2477AF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 err="1"/>
              <a:t>Platform</a:t>
            </a:r>
            <a:r>
              <a:rPr lang="de-DE" dirty="0"/>
              <a:t> individuell auch überrepräsentiert</a:t>
            </a:r>
          </a:p>
          <a:p>
            <a:r>
              <a:rPr lang="de-DE" dirty="0"/>
              <a:t>Crypto, Auth und Privacy am wenigsten</a:t>
            </a:r>
            <a:endParaRPr lang="de-CH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F010BD1F-2D2B-27AA-A6F1-5023B19101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53438" y="1226997"/>
            <a:ext cx="4343399" cy="5765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8208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4BBC90-5945-05BA-AC95-839BB1AFC8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2B1EADF-C058-776A-F02D-66EF6D431F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Related</a:t>
            </a:r>
            <a:r>
              <a:rPr lang="de-DE" dirty="0"/>
              <a:t> </a:t>
            </a:r>
            <a:r>
              <a:rPr lang="de-DE" dirty="0" err="1"/>
              <a:t>work</a:t>
            </a:r>
            <a:r>
              <a:rPr lang="de-DE" dirty="0"/>
              <a:t> – </a:t>
            </a:r>
            <a:r>
              <a:rPr lang="de-DE" dirty="0" err="1"/>
              <a:t>Literature</a:t>
            </a:r>
            <a:r>
              <a:rPr lang="de-DE" dirty="0"/>
              <a:t> Review</a:t>
            </a:r>
            <a:endParaRPr lang="de-CH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5F377E3-DCD7-4CB1-144C-976E925D59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Zuerst Methodik</a:t>
            </a:r>
          </a:p>
          <a:p>
            <a:r>
              <a:rPr lang="de-DE" dirty="0"/>
              <a:t>Dann grobe Resultate</a:t>
            </a:r>
          </a:p>
          <a:p>
            <a:r>
              <a:rPr lang="de-DE" dirty="0"/>
              <a:t>Dann 5 Papers im Detail</a:t>
            </a:r>
          </a:p>
          <a:p>
            <a:pPr marL="0" indent="0">
              <a:buNone/>
            </a:pPr>
            <a:r>
              <a:rPr lang="de-DE" dirty="0"/>
              <a:t>-&gt; Wo passt meine BA rein</a:t>
            </a:r>
            <a:endParaRPr lang="de-CH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3B19B700-0509-1D9E-6F91-10F286AFD8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8720" y="1360931"/>
            <a:ext cx="6553280" cy="57800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83954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702950-64EB-DD7B-3791-1B077959CB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AFC89A5-72F3-F353-B956-A257C37176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„</a:t>
            </a:r>
            <a:r>
              <a:rPr lang="de-DE" dirty="0" err="1"/>
              <a:t>How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exploit</a:t>
            </a:r>
            <a:r>
              <a:rPr lang="de-DE" dirty="0"/>
              <a:t>“</a:t>
            </a:r>
            <a:endParaRPr lang="de-CH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515788D-282E-A1E7-D0D5-1D9163C68B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Wiki für oft gebrauchte Techniken</a:t>
            </a:r>
            <a:endParaRPr lang="de-CH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75821A7B-D326-876E-BE45-E297068F9C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6438" y="1315834"/>
            <a:ext cx="5355047" cy="3800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69106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3038A2-60F8-28C2-D1CC-19827DF21E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D6BEFD1-7A8B-76F0-5ECB-CB8989E25F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„</a:t>
            </a:r>
            <a:r>
              <a:rPr lang="de-DE" dirty="0" err="1"/>
              <a:t>How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exploit</a:t>
            </a:r>
            <a:r>
              <a:rPr lang="de-DE" dirty="0"/>
              <a:t>“ - Beispiel</a:t>
            </a:r>
            <a:endParaRPr lang="de-CH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B1F12814-DE09-1865-B822-EC68DB801F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783" y="1570335"/>
            <a:ext cx="11832433" cy="5184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79564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4B24AA-F3A8-4829-51BA-79743EEE23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6E70DD6-8837-475A-580C-7869B4F3AA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„</a:t>
            </a:r>
            <a:r>
              <a:rPr lang="de-DE" dirty="0" err="1"/>
              <a:t>How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exploit</a:t>
            </a:r>
            <a:r>
              <a:rPr lang="de-DE" dirty="0"/>
              <a:t>“ - Beispiel</a:t>
            </a:r>
            <a:endParaRPr lang="de-CH" dirty="0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91E0F25C-6EC0-1A49-A0EA-ED90A861DB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464" y="1521258"/>
            <a:ext cx="11543071" cy="5336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16754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356E08-C6AF-3D03-8D9E-DCA88BD82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8BB45B1-BDDB-9D39-8590-94F75760AD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„</a:t>
            </a:r>
            <a:r>
              <a:rPr lang="de-DE" dirty="0" err="1"/>
              <a:t>How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exploit</a:t>
            </a:r>
            <a:r>
              <a:rPr lang="de-DE" dirty="0"/>
              <a:t>“ - Beispiel</a:t>
            </a:r>
            <a:endParaRPr lang="de-CH" dirty="0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7DA3B0D4-B4BC-2FD6-F523-80F415C9C2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464" y="1521258"/>
            <a:ext cx="11543071" cy="5336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0664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6F4F14-7DA2-C79B-9DC7-C4E9320DD9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9AC0BB2-E4B2-A17D-9FE5-D15AAC1E03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„</a:t>
            </a:r>
            <a:r>
              <a:rPr lang="de-DE" dirty="0" err="1"/>
              <a:t>How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exploit</a:t>
            </a:r>
            <a:r>
              <a:rPr lang="de-DE" dirty="0"/>
              <a:t>“ - Beispiel</a:t>
            </a:r>
            <a:endParaRPr lang="de-CH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9773818C-6372-B1C9-C929-B62DB2DAB7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452182"/>
            <a:ext cx="10333702" cy="54058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50959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4CD12F-8A37-46A2-8F47-2C1F7900C9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0C07834-BC7C-AE16-5602-31D2035E9F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„</a:t>
            </a:r>
            <a:r>
              <a:rPr lang="de-DE" dirty="0" err="1"/>
              <a:t>How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exploit</a:t>
            </a:r>
            <a:r>
              <a:rPr lang="de-DE" dirty="0"/>
              <a:t>“ - Beispiel</a:t>
            </a:r>
            <a:endParaRPr lang="de-CH" dirty="0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D609DF90-399B-F8CC-6178-77B5CD3EBF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129" y="1522117"/>
            <a:ext cx="9979741" cy="53358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52077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0081F3-4093-88E1-15D1-558C072F9B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1D77F9E-B993-0AD1-19DB-474AE6004B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„</a:t>
            </a:r>
            <a:r>
              <a:rPr lang="de-DE" dirty="0" err="1"/>
              <a:t>How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exploit</a:t>
            </a:r>
            <a:r>
              <a:rPr lang="de-DE" dirty="0"/>
              <a:t>“ - Problem</a:t>
            </a:r>
            <a:endParaRPr lang="de-CH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D968C54-00E1-6CD9-B0E6-66C4D7C738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Keine „echte“ Schwachstellen</a:t>
            </a:r>
          </a:p>
          <a:p>
            <a:r>
              <a:rPr lang="de-DE" dirty="0"/>
              <a:t>Zugriff auf </a:t>
            </a:r>
            <a:r>
              <a:rPr lang="de-DE" dirty="0" err="1"/>
              <a:t>encrypted</a:t>
            </a:r>
            <a:r>
              <a:rPr lang="de-DE" dirty="0"/>
              <a:t> Daten nötig</a:t>
            </a:r>
          </a:p>
          <a:p>
            <a:r>
              <a:rPr lang="de-DE" dirty="0"/>
              <a:t>Frida geht auch nicht</a:t>
            </a:r>
          </a:p>
          <a:p>
            <a:pPr marL="0" indent="0">
              <a:buNone/>
            </a:pPr>
            <a:r>
              <a:rPr lang="de-DE" dirty="0"/>
              <a:t>-&gt; </a:t>
            </a:r>
            <a:r>
              <a:rPr lang="de-DE" dirty="0" err="1"/>
              <a:t>Misconfigured</a:t>
            </a:r>
            <a:r>
              <a:rPr lang="de-DE" dirty="0"/>
              <a:t> </a:t>
            </a:r>
            <a:r>
              <a:rPr lang="de-DE" dirty="0" err="1"/>
              <a:t>content</a:t>
            </a:r>
            <a:r>
              <a:rPr lang="de-DE" dirty="0"/>
              <a:t> </a:t>
            </a:r>
            <a:r>
              <a:rPr lang="de-DE" dirty="0" err="1"/>
              <a:t>provider</a:t>
            </a:r>
            <a:r>
              <a:rPr lang="de-DE" dirty="0"/>
              <a:t> hinzufügen?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185630195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88B9D9-C1AB-E4A3-2C24-B376E2363B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E5952C5-15AB-F385-6B75-1ECDAFFFD2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Neue Crypto Schwachstellen</a:t>
            </a:r>
            <a:endParaRPr lang="de-CH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302B96A-DB62-A1FB-E5A8-A9A51B3208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8/18</a:t>
            </a:r>
            <a:endParaRPr lang="de-CH" dirty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FE64FA9B-F707-2DD2-9CFC-F751C91492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3829" y="2000996"/>
            <a:ext cx="9318171" cy="46707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611358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3A8E5F-3AD0-156E-7A27-15CF1B283C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531FFCD-8DD6-A71D-0D64-C2D5C72E91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(</a:t>
            </a:r>
            <a:r>
              <a:rPr lang="de-DE" dirty="0" err="1"/>
              <a:t>Maswe</a:t>
            </a:r>
            <a:r>
              <a:rPr lang="de-DE" dirty="0"/>
              <a:t> 0002 zum letzten mal)</a:t>
            </a:r>
            <a:endParaRPr lang="de-CH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06333CA-42E4-0A3C-3971-01FDE158AD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strike="sngStrike" dirty="0" err="1">
                <a:solidFill>
                  <a:srgbClr val="FF0000"/>
                </a:solidFill>
              </a:rPr>
              <a:t>maswe</a:t>
            </a:r>
            <a:r>
              <a:rPr lang="de-DE" strike="sngStrike" dirty="0">
                <a:solidFill>
                  <a:srgbClr val="FF0000"/>
                </a:solidFill>
              </a:rPr>
              <a:t> 0002 </a:t>
            </a:r>
            <a:r>
              <a:rPr lang="de-DE" strike="sngStrike" dirty="0" err="1">
                <a:solidFill>
                  <a:srgbClr val="FF0000"/>
                </a:solidFill>
              </a:rPr>
              <a:t>temp</a:t>
            </a:r>
            <a:r>
              <a:rPr lang="de-DE" strike="sngStrike" dirty="0">
                <a:solidFill>
                  <a:srgbClr val="FF0000"/>
                </a:solidFill>
              </a:rPr>
              <a:t> </a:t>
            </a:r>
            <a:r>
              <a:rPr lang="de-DE" strike="sngStrike" dirty="0" err="1">
                <a:solidFill>
                  <a:srgbClr val="FF0000"/>
                </a:solidFill>
              </a:rPr>
              <a:t>file</a:t>
            </a:r>
            <a:r>
              <a:rPr lang="de-DE" dirty="0">
                <a:solidFill>
                  <a:srgbClr val="FF0000"/>
                </a:solidFill>
              </a:rPr>
              <a:t> nicht mehr internal</a:t>
            </a:r>
            <a:endParaRPr lang="de-DE" strike="sngStrike" dirty="0">
              <a:solidFill>
                <a:srgbClr val="FF0000"/>
              </a:solidFill>
            </a:endParaRPr>
          </a:p>
          <a:p>
            <a:r>
              <a:rPr lang="de-DE" strike="sngStrike" dirty="0" err="1">
                <a:solidFill>
                  <a:srgbClr val="FF0000"/>
                </a:solidFill>
              </a:rPr>
              <a:t>folder</a:t>
            </a:r>
            <a:r>
              <a:rPr lang="de-DE" strike="sngStrike" dirty="0">
                <a:solidFill>
                  <a:srgbClr val="FF0000"/>
                </a:solidFill>
              </a:rPr>
              <a:t> </a:t>
            </a:r>
            <a:r>
              <a:rPr lang="de-DE" strike="sngStrike" dirty="0" err="1">
                <a:solidFill>
                  <a:srgbClr val="FF0000"/>
                </a:solidFill>
              </a:rPr>
              <a:t>permission</a:t>
            </a:r>
            <a:r>
              <a:rPr lang="de-DE" strike="sngStrike" dirty="0">
                <a:solidFill>
                  <a:srgbClr val="FF0000"/>
                </a:solidFill>
              </a:rPr>
              <a:t> </a:t>
            </a:r>
            <a:r>
              <a:rPr lang="de-DE" dirty="0">
                <a:solidFill>
                  <a:srgbClr val="FF0000"/>
                </a:solidFill>
              </a:rPr>
              <a:t>ändern geht nicht</a:t>
            </a:r>
            <a:endParaRPr lang="de-DE" strike="sngStrike" dirty="0">
              <a:solidFill>
                <a:srgbClr val="FF0000"/>
              </a:solidFill>
            </a:endParaRPr>
          </a:p>
          <a:p>
            <a:r>
              <a:rPr lang="de-DE" strike="sngStrike" dirty="0" err="1">
                <a:solidFill>
                  <a:srgbClr val="FF0000"/>
                </a:solidFill>
              </a:rPr>
              <a:t>chmod</a:t>
            </a:r>
            <a:r>
              <a:rPr lang="de-DE" strike="sngStrike" dirty="0">
                <a:solidFill>
                  <a:srgbClr val="FF0000"/>
                </a:solidFill>
              </a:rPr>
              <a:t> </a:t>
            </a:r>
            <a:r>
              <a:rPr lang="de-DE" dirty="0">
                <a:solidFill>
                  <a:srgbClr val="FF0000"/>
                </a:solidFill>
              </a:rPr>
              <a:t>7777 geht nicht</a:t>
            </a:r>
            <a:endParaRPr lang="de-DE" strike="sngStrike" dirty="0">
              <a:solidFill>
                <a:srgbClr val="FF0000"/>
              </a:solidFill>
            </a:endParaRPr>
          </a:p>
          <a:p>
            <a:r>
              <a:rPr lang="de-DE" dirty="0">
                <a:solidFill>
                  <a:srgbClr val="00B050"/>
                </a:solidFill>
              </a:rPr>
              <a:t>(sonst einfach so lassen wie es ist)</a:t>
            </a:r>
            <a:endParaRPr lang="de-CH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2469511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3BC97A-84ED-7BD2-1859-D6E8F7F71D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DF7025E-6C2E-FE95-C37F-91EC5F42FE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An was gearbeitet wird</a:t>
            </a:r>
            <a:endParaRPr lang="de-CH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831057A-B2F3-7D6A-E3D2-C3C16A95BF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Fertigstellen Crypto</a:t>
            </a:r>
          </a:p>
        </p:txBody>
      </p:sp>
    </p:spTree>
    <p:extLst>
      <p:ext uri="{BB962C8B-B14F-4D97-AF65-F5344CB8AC3E}">
        <p14:creationId xmlns:p14="http://schemas.microsoft.com/office/powerpoint/2010/main" val="49055155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FC877D-4288-25F7-36B6-7A57EA7A3F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72CA4E9-7900-B46F-CB1B-9083B69C1D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Ziele bis zum nächsten Mal</a:t>
            </a:r>
            <a:endParaRPr lang="de-CH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1D60D3C-52E8-8ABF-6A49-5CFFF7A9F3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Fertigstellen Crypto</a:t>
            </a:r>
          </a:p>
          <a:p>
            <a:r>
              <a:rPr lang="de-DE" dirty="0" err="1"/>
              <a:t>Introduction</a:t>
            </a:r>
            <a:r>
              <a:rPr lang="de-DE" dirty="0"/>
              <a:t> für BA </a:t>
            </a:r>
            <a:r>
              <a:rPr lang="de-DE" dirty="0" err="1"/>
              <a:t>thesis</a:t>
            </a:r>
            <a:r>
              <a:rPr lang="de-DE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2624104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205</Words>
  <Application>Microsoft Office PowerPoint</Application>
  <PresentationFormat>Breitbild</PresentationFormat>
  <Paragraphs>45</Paragraphs>
  <Slides>17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17</vt:i4>
      </vt:variant>
    </vt:vector>
  </HeadingPairs>
  <TitlesOfParts>
    <vt:vector size="21" baseType="lpstr">
      <vt:lpstr>Aptos</vt:lpstr>
      <vt:lpstr>Aptos Display</vt:lpstr>
      <vt:lpstr>Arial</vt:lpstr>
      <vt:lpstr>Office</vt:lpstr>
      <vt:lpstr>BA Meeting 05</vt:lpstr>
      <vt:lpstr>Was gemacht wurde</vt:lpstr>
      <vt:lpstr>Related work</vt:lpstr>
      <vt:lpstr>State of the art- reference apps</vt:lpstr>
      <vt:lpstr>State of the art- reference apps</vt:lpstr>
      <vt:lpstr>Related work – Literature Review</vt:lpstr>
      <vt:lpstr>„How to exploit“</vt:lpstr>
      <vt:lpstr>„How to exploit“ - Beispiel</vt:lpstr>
      <vt:lpstr>„How to exploit“ - Beispiel</vt:lpstr>
      <vt:lpstr>„How to exploit“ - Beispiel</vt:lpstr>
      <vt:lpstr>„How to exploit“ - Beispiel</vt:lpstr>
      <vt:lpstr>„How to exploit“ - Beispiel</vt:lpstr>
      <vt:lpstr>„How to exploit“ - Problem</vt:lpstr>
      <vt:lpstr>Neue Crypto Schwachstellen</vt:lpstr>
      <vt:lpstr>(Maswe 0002 zum letzten mal)</vt:lpstr>
      <vt:lpstr>An was gearbeitet wird</vt:lpstr>
      <vt:lpstr>Ziele bis zum nächsten Mal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Kronig, Dominic Fabian (STUDENTS)</dc:creator>
  <cp:lastModifiedBy>Kronig, Dominic Fabian (STUDENTS)</cp:lastModifiedBy>
  <cp:revision>33</cp:revision>
  <dcterms:created xsi:type="dcterms:W3CDTF">2025-11-20T14:33:00Z</dcterms:created>
  <dcterms:modified xsi:type="dcterms:W3CDTF">2025-11-20T15:30:27Z</dcterms:modified>
</cp:coreProperties>
</file>