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4" d="100"/>
          <a:sy n="64" d="100"/>
        </p:scale>
        <p:origin x="7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87871-5CDC-42C2-9181-65F6CC14800E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8D4A4-71ED-4E2D-ABF4-910247DD383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1340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D4A4-71ED-4E2D-ABF4-910247DD3838}" type="slidenum">
              <a:rPr lang="de-CH" smtClean="0"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5105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4A98D-3B77-8204-A3CC-A45243D04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F9BD92-76B8-9E8C-21AD-9FB618483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7DA97B8-5C26-6401-3545-33849CA89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ADCFFF-5D42-F591-BF41-5894D3CE9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D4A4-71ED-4E2D-ABF4-910247DD3838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8717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86FBD-37B0-46AC-F290-2FDEEA28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38110E4-5037-ECC0-DC77-2F4EE3FFD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87CFD92-2B74-F333-D05D-5F6988DA6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413594-A62E-BB0D-FC11-97682DDBD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D4A4-71ED-4E2D-ABF4-910247DD3838}" type="slidenum">
              <a:rPr lang="de-CH" smtClean="0"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6288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7858-B7B1-748F-59C3-7D06D7779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A66219B-A948-D389-195C-D280515F4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1662D0C-8287-C120-7D02-94F69FA8E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1EE949-55A7-6BBC-2485-7A951765D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D4A4-71ED-4E2D-ABF4-910247DD3838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1590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73074-FABF-4B03-8B74-34AE0036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9AAC313-DA5B-E624-43BB-1425A4290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9EC8875-254C-6C26-8350-C7C0A3C74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1C4F83-6761-DE03-654F-2C9FE4CED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D4A4-71ED-4E2D-ABF4-910247DD3838}" type="slidenum">
              <a:rPr lang="de-CH" smtClean="0"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120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D4AC67-0987-B737-A5E2-41D9FCE27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E21F1B4-961B-3AC7-B6A1-05DD035A3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343BAB-91F5-AEB7-8F79-BC193AC7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6DAD59-F16C-9F2A-0780-B93C47FBB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4E4FAA-708A-D1DD-5D8E-46CCDA1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9093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B44DF5-C9A2-D658-20F2-B7BC9854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514EBD-B991-BE9C-818E-0D9D2C51F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484A80-3E7B-71D3-524D-035E15FC3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DB559A-0AE2-85AC-C545-DF9771480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6C1310-F02A-8D87-C390-B2D5837B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9416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2C6EA-EE30-16B2-328D-ADF9D5241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A0E2A2-0F06-0504-2474-5AA5971EA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A4C6EA-C8B8-213F-6B41-07D03F73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DE1254-05DF-CE12-8B92-B8D97FE2E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7C19E7-7A3B-F3B5-3180-E1E4BF07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5544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609D43-F53C-CF73-345F-45340A887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8BB6FA-9CDD-B8E3-085D-DA0C244E5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66406C-324C-25B6-9E73-E42B030B4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D47478-F117-05C2-E82D-C9EDE328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AD9AFD-DB25-1CA0-06F1-1B413005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0F2C13-F71A-417A-0286-3A307D76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6984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3C4C9B-D763-8B2D-6B18-2EAF2C82F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15314E-667B-A4F3-6F6A-EF3976687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49C6C3-FB63-15D7-79A4-1BB6FD2F8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D85167A-4B23-C10A-23F2-20C963FDB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5EE0B43-0904-755E-E3B0-6A3BBE320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5C7B9D-7C43-2537-CCE5-12CE1D79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6F37D5F-2AF3-7765-16E9-80CA93D7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FA8721C-8A3F-E897-5694-77A4CDA4B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74149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8C5FAD-7260-A8BF-A11B-87E19639B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4B41CDB-03E3-26AC-B395-4F3CD2B0C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01EB4B-1897-D16A-ABD5-981CF736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A4D6B1-F225-6339-7510-850F74BAE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2790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233D65-7DB9-0AE8-1556-636E5164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56CEF2A-EEA3-7B35-6560-FC39EEC9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FF5B2F-0955-090B-186C-17D5990A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7465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FA5B45-3E0A-5E46-CF6A-DEA3624F0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85DBF9-6DA0-4F75-1202-BCF98099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3F4871-ECF9-41A5-786B-5DEAD1C4F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E599CF-F09A-D612-3EFF-8A0F43C9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204D9C-D611-5539-16B9-A0CABDC6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2D67CB-E8B6-5DCA-8DB3-B2F47AA3D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5352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631CFE-F90A-CC20-9409-6B1B5008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093CACA-3B38-058B-CE0A-A26DF089F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EDB983-1B5B-5686-5187-EC31FFA04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DFE245-0005-AA8C-5797-98D7CAED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9350C4-01FB-2468-C360-37D3353C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81F6D7-CDD2-CE0C-BBA8-837E2DD7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731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1753F-90AE-9627-433B-C92C1926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0FD5CBF-A942-D7CA-95CE-309BED910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DAFDAE-761B-130E-ED20-3B4B525C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CA2476-4DFD-C0E1-593B-B88FD676D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8F35C3-AC49-7781-895B-DAE9C722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36439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DA79977-D7D8-8843-6E2B-639D77239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B093D7-BDA1-3B7D-156B-CC287E0A8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251C59-91D1-1498-EBED-80A39EAE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0ED736-B11B-EB6A-D063-893B41B0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80E3D0-B472-87C2-24D6-3D88E9B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2971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7BC0B6A-25D2-0D8D-F54F-5D1E1D08B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4C4A26-2C57-C416-A099-AE1FA6FE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25252A-8E32-7078-8F0E-2EF1AF8D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966F7-D39B-483D-9526-2982525CB560}" type="datetimeFigureOut">
              <a:rPr lang="de-CH" smtClean="0"/>
              <a:t>04.12.2025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35A51B-E5C9-1533-B700-2057E8C5B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D5B04D-49D1-B066-D669-B6F84A047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B75DD-ED34-40A8-A1FA-F5690F5E39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1947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2252F3-7D25-90ED-3351-89858D3007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BA Meeting 06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BAE318-9398-82C6-F516-12B1AAA31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5.12.2025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49807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75E084-4283-C467-1800-4AE23640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gemacht wurde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B33408-B968-C438-6B56-CBC6E795F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Related</a:t>
            </a:r>
            <a:r>
              <a:rPr lang="de-DE" dirty="0"/>
              <a:t> Work</a:t>
            </a:r>
          </a:p>
          <a:p>
            <a:r>
              <a:rPr lang="de-DE" dirty="0"/>
              <a:t>Fertigstellen Crypto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2072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75E084-4283-C467-1800-4AE23640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gemacht wurde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B33408-B968-C438-6B56-CBC6E795F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SWERC 2025</a:t>
            </a:r>
            <a:endParaRPr lang="de-CH" dirty="0"/>
          </a:p>
        </p:txBody>
      </p:sp>
      <p:pic>
        <p:nvPicPr>
          <p:cNvPr id="5" name="Grafik 4" descr="Ein Bild, das Kleidung, Ballon, Person, Partybedarf enthält.&#10;&#10;KI-generierte Inhalte können fehlerhaft sein.">
            <a:extLst>
              <a:ext uri="{FF2B5EF4-FFF2-40B4-BE49-F238E27FC236}">
                <a16:creationId xmlns:a16="http://schemas.microsoft.com/office/drawing/2014/main" id="{82693EDE-71DA-0EEC-6967-F0894C3B5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658" y="1519351"/>
            <a:ext cx="6618514" cy="496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7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71682-13B6-3C30-49F8-0714E9CB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E16EB-913C-6BC6-9289-BAAE4940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Related</a:t>
            </a:r>
            <a:r>
              <a:rPr lang="de-DE" dirty="0"/>
              <a:t> Work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59FF34-B0BB-4A53-44BA-AF9D2477A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Letzte Studie hinzugefügt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820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4F47-8223-88CC-AEE9-AE768017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125ED-D8E3-7D76-E6BE-85EC0B368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Related</a:t>
            </a:r>
            <a:r>
              <a:rPr lang="de-DE" dirty="0"/>
              <a:t> Work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6A7DEC-BADB-C33E-702B-C04F5808A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References für alles hinzugefügt</a:t>
            </a:r>
          </a:p>
          <a:p>
            <a:r>
              <a:rPr lang="de-DE" dirty="0"/>
              <a:t>Bei </a:t>
            </a:r>
            <a:r>
              <a:rPr lang="de-DE" dirty="0" err="1"/>
              <a:t>git</a:t>
            </a:r>
            <a:r>
              <a:rPr lang="de-DE" dirty="0"/>
              <a:t> jeweils </a:t>
            </a:r>
            <a:r>
              <a:rPr lang="de-DE" dirty="0" err="1"/>
              <a:t>commit</a:t>
            </a:r>
            <a:endParaRPr lang="de-DE" dirty="0"/>
          </a:p>
          <a:p>
            <a:endParaRPr lang="de-CH" dirty="0"/>
          </a:p>
        </p:txBody>
      </p:sp>
      <p:pic>
        <p:nvPicPr>
          <p:cNvPr id="5" name="Grafik 4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56D9E043-5662-32DC-8C51-6298249DB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135" y="2210914"/>
            <a:ext cx="6598937" cy="448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08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6411E-B7E1-19D4-6692-F88E06D1A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CBC3F-B0EE-5785-D60D-6C811A7D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Crypto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B00872-F43E-7F3F-FAEE-B56ACADFE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8/18 -&gt; 18/18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6345357-3C4C-7530-281A-E683AB67C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9111"/>
            <a:ext cx="8460351" cy="424580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3A7492E-A31D-4487-9CAC-992707573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535" y="1322134"/>
            <a:ext cx="7687465" cy="139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0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75CFD-7217-8DE7-7461-85B7BD1F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CDDE30-5F08-26CE-806A-03FBFD07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Crypto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56CEA6-CCEE-13E2-2762-2D034A733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Neue Bank Mechanik</a:t>
            </a:r>
          </a:p>
          <a:p>
            <a:r>
              <a:rPr lang="de-DE" dirty="0"/>
              <a:t>(Für </a:t>
            </a:r>
            <a:r>
              <a:rPr lang="de-DE" dirty="0" err="1"/>
              <a:t>Signing</a:t>
            </a:r>
            <a:r>
              <a:rPr lang="de-DE" dirty="0"/>
              <a:t>, </a:t>
            </a:r>
            <a:r>
              <a:rPr lang="de-DE" dirty="0" err="1"/>
              <a:t>Verifying</a:t>
            </a:r>
            <a:r>
              <a:rPr lang="de-DE" dirty="0"/>
              <a:t>, </a:t>
            </a:r>
            <a:r>
              <a:rPr lang="de-DE" dirty="0" err="1"/>
              <a:t>etc</a:t>
            </a:r>
            <a:r>
              <a:rPr lang="de-DE" dirty="0"/>
              <a:t>)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DC935EA-7F5D-E10E-0521-67922563F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341" y="0"/>
            <a:ext cx="37356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44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50E00-169C-8282-7D7A-E9B2628E9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C507A0-DF59-D970-53BE-EF4F7FA5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0024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9CF1F7-D581-4589-8228-45CFBE110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0024</a:t>
            </a:r>
          </a:p>
          <a:p>
            <a:r>
              <a:rPr lang="de-DE" dirty="0"/>
              <a:t>CRC statt </a:t>
            </a:r>
            <a:r>
              <a:rPr lang="de-DE" dirty="0" err="1"/>
              <a:t>hmac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F7D4C8C-01F1-6AF5-064B-1B03EA52D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258"/>
            <a:ext cx="12192000" cy="574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4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8380D-CC72-ADE1-2F95-9618F465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57857A-8C56-FA50-2983-C2DD3F870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0024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DC47F7-D28B-9BC3-2114-5DEA2D647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0024</a:t>
            </a:r>
          </a:p>
          <a:p>
            <a:r>
              <a:rPr lang="de-DE" dirty="0"/>
              <a:t>CRC statt </a:t>
            </a:r>
            <a:r>
              <a:rPr lang="de-DE" dirty="0" err="1"/>
              <a:t>hmac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3F87DBA-201A-8E22-892B-08AE18A16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258"/>
            <a:ext cx="12192000" cy="574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14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5AC-A647-5D9F-E4D9-32F89268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12FC5-2C8E-74DB-CA17-BFB1E03CF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0024</a:t>
            </a:r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3B0C153-C511-9BF1-5424-DA5B51BFE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1701"/>
            <a:ext cx="12192000" cy="362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7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5170-3DF9-8F49-307A-50D7B9D9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5B1071-2BC6-C921-CAFD-4F295D7D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0025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05EDAAE-CB78-6332-7778-99DBEA2D1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440"/>
            <a:ext cx="12192000" cy="590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78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E602A-FC2C-CF56-2506-178B5A6A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D9872-2A10-4747-21CF-2BBB21AE4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0026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30F671-2632-86BD-841C-2841FA2E1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8530"/>
            <a:ext cx="12192000" cy="605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58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E2CB-C702-E3F3-074B-B2BEE057A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9E50CC-63B3-4E59-ABC9-A4200AD8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0015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7C41C53-F726-B047-D363-5105FF73A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9368"/>
            <a:ext cx="12192000" cy="607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14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46F1-4F34-D4A6-D188-59ED18E6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9E810-8EE0-B8B7-0AB6-A0F69D5C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0016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5F9C37F-306E-30A2-ADB3-E70849D41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0541"/>
            <a:ext cx="12192000" cy="602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93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2356C-F5FB-E83B-418C-F7709F3D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CF1F9C-D28B-F385-A9F0-0F0D39316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0017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2B47E74-F249-F886-6781-AD112F4AE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0374"/>
            <a:ext cx="12192000" cy="616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8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6E659-3518-8159-A2E3-98DC0B111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19B551-B903-F7E9-202E-A8C94CEAB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0018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CCA0E2D-178A-0024-8202-483FFB9CE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209" y="1908686"/>
            <a:ext cx="9683582" cy="379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36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CCA3-CDEB-C1E9-8F53-4B1F2F74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15201B-E8FF-1E7C-3B82-6D8899535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0011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D418C87-7329-633A-8D66-B8E117989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1551"/>
            <a:ext cx="12192000" cy="512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1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4EA19-1F36-58DB-BDDA-0F7325535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A6E06E-ECB4-32D3-C926-8CB4AB4B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78"/>
            <a:ext cx="10515600" cy="1325563"/>
          </a:xfrm>
        </p:spPr>
        <p:txBody>
          <a:bodyPr/>
          <a:lstStyle/>
          <a:p>
            <a:r>
              <a:rPr lang="de-DE" dirty="0" err="1"/>
              <a:t>Maswe</a:t>
            </a:r>
            <a:r>
              <a:rPr lang="de-DE" dirty="0"/>
              <a:t> 0012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448A349-B3F1-A64D-03FB-25C7073A0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5" y="1566862"/>
            <a:ext cx="870585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1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709A0F-47D2-1754-E088-C44E5160D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25D359-4413-A733-59A6-32E18A9DA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Frida </a:t>
            </a:r>
            <a:r>
              <a:rPr lang="de-DE" dirty="0" err="1"/>
              <a:t>Rooted</a:t>
            </a:r>
            <a:r>
              <a:rPr lang="de-DE" dirty="0"/>
              <a:t> Device ausprobieren -&gt; „formal“ integrieren in </a:t>
            </a:r>
            <a:r>
              <a:rPr lang="de-DE" dirty="0" err="1"/>
              <a:t>Vulnerability</a:t>
            </a:r>
            <a:r>
              <a:rPr lang="de-DE" dirty="0"/>
              <a:t> Exploits</a:t>
            </a:r>
          </a:p>
          <a:p>
            <a:r>
              <a:rPr lang="de-DE" dirty="0"/>
              <a:t>Minor Bug fixes</a:t>
            </a:r>
          </a:p>
          <a:p>
            <a:r>
              <a:rPr lang="de-DE" dirty="0"/>
              <a:t>Neue Kategorie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4791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Breitbild</PresentationFormat>
  <Paragraphs>41</Paragraphs>
  <Slides>19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</vt:lpstr>
      <vt:lpstr>BA Meeting 06</vt:lpstr>
      <vt:lpstr>Was gemacht wurde</vt:lpstr>
      <vt:lpstr>Was gemacht wurde</vt:lpstr>
      <vt:lpstr>Fertigstellen Related Work</vt:lpstr>
      <vt:lpstr>Fertigstellen Related Work</vt:lpstr>
      <vt:lpstr>Fertigstellen Crypto</vt:lpstr>
      <vt:lpstr>Fertigstellen Crypto</vt:lpstr>
      <vt:lpstr>Maswe 0024</vt:lpstr>
      <vt:lpstr>Maswe 0024</vt:lpstr>
      <vt:lpstr>Maswe 0024</vt:lpstr>
      <vt:lpstr>Maswe 0025</vt:lpstr>
      <vt:lpstr>Maswe 0026</vt:lpstr>
      <vt:lpstr>Maswe 0015</vt:lpstr>
      <vt:lpstr>Maswe 0016</vt:lpstr>
      <vt:lpstr>Maswe 0017</vt:lpstr>
      <vt:lpstr>Maswe 0018</vt:lpstr>
      <vt:lpstr>Maswe 0011</vt:lpstr>
      <vt:lpstr>Maswe 0012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Kronig, Dominic Fabian (STUDENTS)</dc:creator>
  <cp:lastModifiedBy>Kronig, Dominic Fabian (STUDENTS)</cp:lastModifiedBy>
  <cp:revision>36</cp:revision>
  <dcterms:created xsi:type="dcterms:W3CDTF">2025-12-04T15:17:26Z</dcterms:created>
  <dcterms:modified xsi:type="dcterms:W3CDTF">2025-12-05T07:51:39Z</dcterms:modified>
</cp:coreProperties>
</file>