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1" r:id="rId14"/>
    <p:sldId id="270" r:id="rId15"/>
    <p:sldId id="271" r:id="rId16"/>
    <p:sldId id="272" r:id="rId17"/>
    <p:sldId id="269" r:id="rId18"/>
    <p:sldId id="273" r:id="rId19"/>
    <p:sldId id="275" r:id="rId20"/>
    <p:sldId id="274" r:id="rId21"/>
    <p:sldId id="276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4BB2D6-3A5E-593E-A3F2-77F0FAEB8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1932FA6-F311-1893-07C5-8DAA8EA14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91B0A2-737A-4E9D-9633-06346C7D1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C4F87-138F-4E6A-9A5A-C65F56B5351E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C5601C-3F49-B736-CCA6-6DEC6B579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AAFF59-FFC1-4442-0D19-CFA477C2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C62E-2D07-4C3F-95E9-5DECF4B087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48470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34EF6E-4E65-8121-3C41-96DB82EAB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14DD3A-7062-9F0C-ECA6-3FAD966F0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FD7EE4-3F63-E503-E51A-3CE65A042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C4F87-138F-4E6A-9A5A-C65F56B5351E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8D878B-89AC-E1E7-1BCF-BD5B7D9E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2047E5-ED3E-C859-DA2B-4AB44549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C62E-2D07-4C3F-95E9-5DECF4B087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432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8CF5E1-8E42-3465-9E15-C8B49EC98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E68600-66CD-F310-E588-BC0BD4537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732E61-F652-471F-3BBA-13DCC3246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C4F87-138F-4E6A-9A5A-C65F56B5351E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0D5857-438D-F582-C243-EC4F4C3F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BEBB38-2EE2-3578-622D-0AEABDBBF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C62E-2D07-4C3F-95E9-5DECF4B087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210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FB99C5-8B9E-6DD4-2D6A-D180B4CA4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E0ACA5-F9FB-D9BC-C3A7-40F4680EB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B512D1E-DC81-C4DA-4B1D-B74E894AC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B24C22-0AD9-225E-F7AC-B883B254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C4F87-138F-4E6A-9A5A-C65F56B5351E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47260F-2691-F619-147C-A721AEE1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CE5A6C-440D-FAB6-4E49-1C4E7036C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C62E-2D07-4C3F-95E9-5DECF4B087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7402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1503DC-26C6-88C0-80D7-AA8154D2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DA97A4-8163-C6ED-4DB6-2E81B2A3B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2ACE296-6E8E-2BF8-E773-0CDFA0CCE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C7F320C-5E6B-0356-069B-75C0948D8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2170A25-6F17-B80D-1034-0FA2B2116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60B0079-B855-0B04-8BA3-EDD0428DB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C4F87-138F-4E6A-9A5A-C65F56B5351E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7F169E-CDD9-F285-92AE-5F583E713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6989162-7D6E-7FA9-F782-33016B133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C62E-2D07-4C3F-95E9-5DECF4B087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3105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F55952-9F13-8854-761C-E732E3E52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702A94-5394-CC41-875C-DD83F5792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C4F87-138F-4E6A-9A5A-C65F56B5351E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C8EBAB5-8548-A9E7-29E6-74C9EC5AC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CD12B7-7841-ED27-C5A8-83C07AD3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C62E-2D07-4C3F-95E9-5DECF4B087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7103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4C1A881-55D1-EAE9-1CAD-3CDF29F5B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C4F87-138F-4E6A-9A5A-C65F56B5351E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033A687-44E7-3BD5-94A9-4F0D9DDF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FF837F-B1C6-A89D-08DE-F98DE5A2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C62E-2D07-4C3F-95E9-5DECF4B087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56138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6071A8-80C7-E6A3-9625-C3DD31CA8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1A1D17-6845-6369-0427-1497D7AA7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A81B43A-3B94-E724-7140-20E8C6142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3B8550-04DD-792C-D109-4C142559C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C4F87-138F-4E6A-9A5A-C65F56B5351E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AA4D8C-3F8A-56AF-847C-833CE94A5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1C7C1D-CB6C-684E-DF22-F9ECABAA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C62E-2D07-4C3F-95E9-5DECF4B087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13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9EE591-78D8-DEB6-4D9D-7E0CF448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ECEE00B-9BAB-D4C4-E2D7-43F0A29EB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6C955A-3D58-94BC-0738-A559A8A3E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B8531F8-8576-A3AE-894E-1A8D226C6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C4F87-138F-4E6A-9A5A-C65F56B5351E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E2FD3D-3C47-9BC9-DDEF-5ECCF075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A251E6B-9F76-FAB0-3961-B6C65040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C62E-2D07-4C3F-95E9-5DECF4B087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13854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FDE94-BCE0-0784-A585-E698680F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D01970B-AC4B-610A-4031-321460969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9B3995-45D8-9B9F-E953-9E98BAB57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C4F87-138F-4E6A-9A5A-C65F56B5351E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BF9703-20E3-3F44-6AEB-839B682B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6C35D4-ACEC-2AE2-85D5-DFB2A49D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C62E-2D07-4C3F-95E9-5DECF4B087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35777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B467127-AD17-0FD7-94B5-EACD579FA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BF68FF8-187D-9A9E-018C-79FE66F21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835C05-8F84-5D1D-0F6E-27175523C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C4F87-138F-4E6A-9A5A-C65F56B5351E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E080D5-D13C-F6FE-6357-180DB387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D2F9B4-253C-8FC6-8DB4-A7F8FB65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C62E-2D07-4C3F-95E9-5DECF4B087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36211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483F622-08E2-3CA6-5DCD-C8C5DDAB5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60594C-B470-4622-C95D-BE221AEAE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E16C6C-7301-D99D-CB53-08A93F8A26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C4F87-138F-4E6A-9A5A-C65F56B5351E}" type="datetimeFigureOut">
              <a:rPr lang="de-CH" smtClean="0"/>
              <a:t>06.11.2025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2C47C5-F69A-725B-59AB-DE4F00757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7CC13F-C48A-EB80-3030-15932C4DE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4C62E-2D07-4C3F-95E9-5DECF4B087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69261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E6337F-4878-25E3-382B-D40E158213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BA Meeting 04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191F56-7278-990C-8308-B3BF7C9B2B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7.11.2025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20801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005F0C-F601-DB38-7FA0-8B665034E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gemacht wurde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642454-B050-428F-09A5-5DA81A354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Projekt Architektur</a:t>
            </a:r>
          </a:p>
          <a:p>
            <a:r>
              <a:rPr lang="de-DE" dirty="0"/>
              <a:t>Modular -&gt; Multi-App</a:t>
            </a:r>
          </a:p>
          <a:p>
            <a:r>
              <a:rPr lang="de-DE" dirty="0"/>
              <a:t>Saubere Trennung</a:t>
            </a:r>
          </a:p>
          <a:p>
            <a:r>
              <a:rPr lang="de-DE" dirty="0"/>
              <a:t>Separate Manifests</a:t>
            </a:r>
          </a:p>
          <a:p>
            <a:r>
              <a:rPr lang="de-CH" dirty="0"/>
              <a:t>Besser skalierbar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C93F09A-D1C0-688D-2A58-801C70D94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361" y="939134"/>
            <a:ext cx="396240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62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A205-E042-5CC2-1C3C-D81412F58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E8ADF8-083A-6F13-AEE3-053912162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gemacht wurde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BFD6E1-DDAC-018A-FCC3-88AAACA66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88" y="1690688"/>
            <a:ext cx="10515600" cy="4351338"/>
          </a:xfrm>
        </p:spPr>
        <p:txBody>
          <a:bodyPr/>
          <a:lstStyle/>
          <a:p>
            <a:r>
              <a:rPr lang="de-DE" dirty="0"/>
              <a:t>Readme für jede </a:t>
            </a:r>
            <a:r>
              <a:rPr lang="de-DE" dirty="0" err="1"/>
              <a:t>vulnerability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5D8E3E5-A6DE-AF16-6EDA-8DFD86EE5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787" y="2350153"/>
            <a:ext cx="8570121" cy="440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673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4FD06-E228-009C-798F-FAA2BB7D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C208D0-A884-7157-BB6F-0CE657F6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gemacht wurde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D8FA45-BC46-9546-0D7A-36E8ABF58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Einheitliches design</a:t>
            </a:r>
          </a:p>
          <a:p>
            <a:r>
              <a:rPr lang="de-DE" dirty="0"/>
              <a:t>Dokumentiert:</a:t>
            </a:r>
          </a:p>
          <a:p>
            <a:r>
              <a:rPr lang="de-DE" dirty="0"/>
              <a:t>Problem</a:t>
            </a:r>
          </a:p>
          <a:p>
            <a:r>
              <a:rPr lang="de-DE" dirty="0"/>
              <a:t>Wo im code</a:t>
            </a:r>
          </a:p>
          <a:p>
            <a:r>
              <a:rPr lang="de-DE" dirty="0"/>
              <a:t>Wie zu lösen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32A838-9B88-1C3C-952F-B1059F377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058" y="2354409"/>
            <a:ext cx="8150942" cy="426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97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48D28-324F-C4A3-0148-2EC8EDFC1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4EB686-26D1-D158-241E-BEF7000C0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87"/>
            <a:ext cx="10515600" cy="1325563"/>
          </a:xfrm>
        </p:spPr>
        <p:txBody>
          <a:bodyPr/>
          <a:lstStyle/>
          <a:p>
            <a:r>
              <a:rPr lang="de-DE" dirty="0"/>
              <a:t>Fertigstellen </a:t>
            </a:r>
            <a:r>
              <a:rPr lang="de-DE" dirty="0" err="1"/>
              <a:t>Maswe</a:t>
            </a:r>
            <a:r>
              <a:rPr lang="de-DE" dirty="0"/>
              <a:t> Storage - 0006</a:t>
            </a:r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9F275FC-A934-4292-6ACA-5DEF0460E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69" y="1331314"/>
            <a:ext cx="10677831" cy="5417199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29247464-FF06-4452-B32D-F998A570000B}"/>
              </a:ext>
            </a:extLst>
          </p:cNvPr>
          <p:cNvSpPr/>
          <p:nvPr/>
        </p:nvSpPr>
        <p:spPr>
          <a:xfrm>
            <a:off x="953729" y="3549445"/>
            <a:ext cx="4955458" cy="66859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4C0F87E-0C5D-2F71-F061-B058C584BD9C}"/>
              </a:ext>
            </a:extLst>
          </p:cNvPr>
          <p:cNvSpPr/>
          <p:nvPr/>
        </p:nvSpPr>
        <p:spPr>
          <a:xfrm>
            <a:off x="1059426" y="4522839"/>
            <a:ext cx="4955458" cy="66859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4CC21F7-C6E9-B79F-1653-D54103D16534}"/>
              </a:ext>
            </a:extLst>
          </p:cNvPr>
          <p:cNvSpPr/>
          <p:nvPr/>
        </p:nvSpPr>
        <p:spPr>
          <a:xfrm>
            <a:off x="953729" y="5635674"/>
            <a:ext cx="8101781" cy="122232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4565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61D13-9818-17E9-5F87-23FFDB779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F8632C-666E-3682-A2ED-ADC378A9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Fertigstellen </a:t>
            </a:r>
            <a:r>
              <a:rPr lang="de-DE" dirty="0" err="1"/>
              <a:t>Maswe</a:t>
            </a:r>
            <a:r>
              <a:rPr lang="de-DE" dirty="0"/>
              <a:t> Storage - 0003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8BED7CC-7CAC-C40D-F4F6-92DB4F57B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4413"/>
            <a:ext cx="9525000" cy="490083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3D56820E-91D0-CB51-ACF0-E023C4DDF231}"/>
              </a:ext>
            </a:extLst>
          </p:cNvPr>
          <p:cNvSpPr/>
          <p:nvPr/>
        </p:nvSpPr>
        <p:spPr>
          <a:xfrm>
            <a:off x="1061884" y="3205316"/>
            <a:ext cx="4955458" cy="66859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B67AD21-2D05-3A9E-2E7C-3362387F48EA}"/>
              </a:ext>
            </a:extLst>
          </p:cNvPr>
          <p:cNvSpPr/>
          <p:nvPr/>
        </p:nvSpPr>
        <p:spPr>
          <a:xfrm>
            <a:off x="1061884" y="4354604"/>
            <a:ext cx="4955458" cy="66859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2460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75DDA-0C03-B34B-937E-0B3633E92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1BAB7-1254-3874-CBE7-4F7A3A715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Fertigstellen </a:t>
            </a:r>
            <a:r>
              <a:rPr lang="de-DE" dirty="0" err="1"/>
              <a:t>Maswe</a:t>
            </a:r>
            <a:r>
              <a:rPr lang="de-DE" dirty="0"/>
              <a:t> Storage - 0004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D2036CB-34CE-9D77-7751-9D9B3069A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5287"/>
            <a:ext cx="10156723" cy="4977588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D198BCB1-0240-4AA8-369F-3F95C78D39B4}"/>
              </a:ext>
            </a:extLst>
          </p:cNvPr>
          <p:cNvSpPr/>
          <p:nvPr/>
        </p:nvSpPr>
        <p:spPr>
          <a:xfrm>
            <a:off x="953729" y="3549444"/>
            <a:ext cx="5781368" cy="117003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2180011-D08F-33A1-0A50-0D42961FEA1D}"/>
              </a:ext>
            </a:extLst>
          </p:cNvPr>
          <p:cNvSpPr/>
          <p:nvPr/>
        </p:nvSpPr>
        <p:spPr>
          <a:xfrm>
            <a:off x="953729" y="5201051"/>
            <a:ext cx="4581832" cy="9244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84883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D6A6D-5E09-FC06-B3D8-54E8118E5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235706-D9ED-B7EE-0A9D-327C90E4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Fertigstellen </a:t>
            </a:r>
            <a:r>
              <a:rPr lang="de-DE" dirty="0" err="1"/>
              <a:t>Maswe</a:t>
            </a:r>
            <a:r>
              <a:rPr lang="de-DE" dirty="0"/>
              <a:t> Storage - 0007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B89A78-A47D-47A0-E8B3-514B7D94E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de-DE" dirty="0" err="1"/>
              <a:t>Stored</a:t>
            </a:r>
            <a:r>
              <a:rPr lang="de-DE" dirty="0"/>
              <a:t> in </a:t>
            </a:r>
            <a:r>
              <a:rPr lang="de-DE" dirty="0" err="1"/>
              <a:t>shared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requiring</a:t>
            </a:r>
            <a:r>
              <a:rPr lang="de-DE" dirty="0"/>
              <a:t> </a:t>
            </a:r>
            <a:r>
              <a:rPr lang="de-DE" b="1" dirty="0" err="1"/>
              <a:t>no</a:t>
            </a:r>
            <a:r>
              <a:rPr lang="de-DE" dirty="0"/>
              <a:t> </a:t>
            </a:r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interaction</a:t>
            </a:r>
            <a:endParaRPr lang="de-DE" dirty="0"/>
          </a:p>
          <a:p>
            <a:r>
              <a:rPr lang="de-DE" dirty="0"/>
              <a:t>Neuere Android Versionen: </a:t>
            </a:r>
            <a:r>
              <a:rPr lang="de-DE" dirty="0" err="1"/>
              <a:t>MediaStore</a:t>
            </a:r>
            <a:r>
              <a:rPr lang="de-DE" dirty="0"/>
              <a:t> &amp; </a:t>
            </a:r>
            <a:r>
              <a:rPr lang="de-DE" strike="sngStrike" dirty="0"/>
              <a:t>SAF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B65DB11-B451-7047-B058-6DC100069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15343"/>
            <a:ext cx="9731829" cy="355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2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17205-F55D-0D60-8B27-97864792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560BCB-3258-7F3E-BE90-2746CA982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Fertigstellen </a:t>
            </a:r>
            <a:r>
              <a:rPr lang="de-DE" dirty="0" err="1"/>
              <a:t>Maswe</a:t>
            </a:r>
            <a:r>
              <a:rPr lang="de-DE" dirty="0"/>
              <a:t> Storage - 0007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A53131-0DB0-3851-193A-3795F1500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de-DE" dirty="0" err="1"/>
              <a:t>MediaStore</a:t>
            </a:r>
            <a:r>
              <a:rPr lang="de-DE" dirty="0"/>
              <a:t> Approach:</a:t>
            </a:r>
            <a:endParaRPr lang="de-DE" strike="sngStrik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7CAB4D0-E78E-C55E-BB59-4F6473821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6" y="2467897"/>
            <a:ext cx="11202607" cy="409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33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E3129-A594-4E77-B2D1-6F09D9D04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56B437-91E2-8C81-A912-1657F602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Fertigstellen </a:t>
            </a:r>
            <a:r>
              <a:rPr lang="de-DE" dirty="0" err="1"/>
              <a:t>Maswe</a:t>
            </a:r>
            <a:r>
              <a:rPr lang="de-DE" dirty="0"/>
              <a:t> Storage - 0007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742CC2-50EF-9809-66C5-25926AFBA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de-DE" dirty="0" err="1"/>
              <a:t>MediaStore</a:t>
            </a:r>
            <a:r>
              <a:rPr lang="de-DE" dirty="0"/>
              <a:t> Approach:</a:t>
            </a:r>
            <a:endParaRPr lang="de-DE" strike="sngStrik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8452ED3-9DB1-1285-8284-2C6BEF263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213" y="2427287"/>
            <a:ext cx="7602025" cy="431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913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770AD-5AEF-F807-19D3-08654F16A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585A8A-D1CE-6F80-59F1-FF3A8FF6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Fertigstellen </a:t>
            </a:r>
            <a:r>
              <a:rPr lang="de-DE" dirty="0" err="1"/>
              <a:t>Maswe</a:t>
            </a:r>
            <a:r>
              <a:rPr lang="de-DE" dirty="0"/>
              <a:t> Storage – 0002 </a:t>
            </a:r>
            <a:r>
              <a:rPr lang="de-DE" dirty="0">
                <a:sym typeface="Wingdings" panose="05000000000000000000" pitchFamily="2" charset="2"/>
              </a:rPr>
              <a:t>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70B7A1-6F7F-6DA9-9259-ADA1093C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de-DE" dirty="0" err="1"/>
              <a:t>FileProvider</a:t>
            </a:r>
            <a:r>
              <a:rPr lang="de-DE" dirty="0"/>
              <a:t> kann man tatsächlich nicht exportieren </a:t>
            </a:r>
            <a:r>
              <a:rPr lang="de-DE" dirty="0">
                <a:sym typeface="Wingdings" panose="05000000000000000000" pitchFamily="2" charset="2"/>
              </a:rPr>
              <a:t></a:t>
            </a:r>
            <a:endParaRPr lang="de-DE" dirty="0"/>
          </a:p>
          <a:p>
            <a:r>
              <a:rPr lang="de-DE" dirty="0"/>
              <a:t>System </a:t>
            </a:r>
            <a:r>
              <a:rPr lang="de-DE" dirty="0" err="1"/>
              <a:t>commands</a:t>
            </a:r>
            <a:r>
              <a:rPr lang="de-DE" dirty="0"/>
              <a:t> at </a:t>
            </a:r>
            <a:r>
              <a:rPr lang="de-DE" dirty="0" err="1"/>
              <a:t>runtime</a:t>
            </a:r>
            <a:r>
              <a:rPr lang="de-DE" dirty="0"/>
              <a:t> nur file-permission </a:t>
            </a:r>
            <a:r>
              <a:rPr lang="de-DE" dirty="0">
                <a:sym typeface="Wingdings" panose="05000000000000000000" pitchFamily="2" charset="2"/>
              </a:rPr>
              <a:t></a:t>
            </a:r>
          </a:p>
          <a:p>
            <a:r>
              <a:rPr lang="de-DE" dirty="0">
                <a:sym typeface="Wingdings" panose="05000000000000000000" pitchFamily="2" charset="2"/>
              </a:rPr>
              <a:t>World </a:t>
            </a:r>
            <a:r>
              <a:rPr lang="de-DE" dirty="0" err="1">
                <a:sym typeface="Wingdings" panose="05000000000000000000" pitchFamily="2" charset="2"/>
              </a:rPr>
              <a:t>readable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deprecated</a:t>
            </a:r>
            <a:r>
              <a:rPr lang="de-DE" dirty="0">
                <a:sym typeface="Wingdings" panose="05000000000000000000" pitchFamily="2" charset="2"/>
              </a:rPr>
              <a:t> </a:t>
            </a:r>
            <a:endParaRPr lang="de-DE" dirty="0"/>
          </a:p>
        </p:txBody>
      </p:sp>
      <p:pic>
        <p:nvPicPr>
          <p:cNvPr id="8" name="Grafik 7" descr="Ein Bild, das Text, Screenshot, Software, Schrift enthält.&#10;&#10;KI-generierte Inhalte können fehlerhaft sein.">
            <a:extLst>
              <a:ext uri="{FF2B5EF4-FFF2-40B4-BE49-F238E27FC236}">
                <a16:creationId xmlns:a16="http://schemas.microsoft.com/office/drawing/2014/main" id="{9351B08E-2E47-A2D9-4B80-3F58BCD74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514" y="3550823"/>
            <a:ext cx="9088691" cy="315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865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2E2DC-F480-C095-6409-EF69A06E0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1A4070-5984-95E2-85C4-A98064B89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Fertigstellen </a:t>
            </a:r>
            <a:r>
              <a:rPr lang="de-DE" dirty="0" err="1"/>
              <a:t>Maswe</a:t>
            </a:r>
            <a:r>
              <a:rPr lang="de-DE" dirty="0"/>
              <a:t> Storage – 0002 </a:t>
            </a:r>
            <a:r>
              <a:rPr lang="de-DE" dirty="0">
                <a:sym typeface="Wingdings" panose="05000000000000000000" pitchFamily="2" charset="2"/>
              </a:rPr>
              <a:t>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EC1A4E-2882-CC50-7986-21004C8C6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de-DE" dirty="0"/>
              <a:t>Lösungsversuch: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FB24CFB-46F6-E100-7CF6-6DE55A5A7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08" y="2311400"/>
            <a:ext cx="8105775" cy="418147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7F96685-B0B5-805D-7351-1327E7AC8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08" y="2976563"/>
            <a:ext cx="35052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28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FEBA5-6FAA-62A8-89C9-64B1813E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8638FA-C85F-160E-E32C-30A58478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gemacht wurde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54226E-E869-1A25-1919-291706810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Literatur-Recherche!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3F682DD-1A56-CC3D-9E6A-E54486493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529" y="2658854"/>
            <a:ext cx="9055510" cy="421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57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5CB20-64D5-FE82-5A61-466FE9981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0245CF-9018-0581-5A3A-A7D49890C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Literatur-Recherche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0FD62E-1A69-B54A-FD48-71C5E1324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22 Studien ausgewählt &amp; gelesen</a:t>
            </a:r>
          </a:p>
          <a:p>
            <a:r>
              <a:rPr lang="de-DE" dirty="0"/>
              <a:t>15 davon relevant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96963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E8214-5399-2A22-3E6B-B3D5CBD4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33BC7-811D-5138-3A3A-7DBF8D1B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Literatur-Recherche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81185F-3611-B395-881B-4B91B4345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Themen kategorisiert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19FCE1D-2983-00C5-B4FE-90A5B8D3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135" y="2506662"/>
            <a:ext cx="9055509" cy="424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176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31FB2-7326-9F20-5B0B-832DBA25D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97F749-E930-3F88-D4C7-F18F9B0B1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Literatur-Recherche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4E916E-846B-35C0-1318-B70A09EBA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Antwort auf „Für was wird OWASP MASTG gebraucht?“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6DD0DE6-F7FD-2CD5-A101-D2F1E46EC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22" y="2578981"/>
            <a:ext cx="11493909" cy="4175743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31E25655-083C-5989-B902-779354504163}"/>
              </a:ext>
            </a:extLst>
          </p:cNvPr>
          <p:cNvSpPr/>
          <p:nvPr/>
        </p:nvSpPr>
        <p:spPr>
          <a:xfrm>
            <a:off x="1012721" y="3657599"/>
            <a:ext cx="10589343" cy="125852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84358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AC0E4-A5CD-8806-F15B-3967483A0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0FEC4B-B24C-5825-061A-9EC3B7C0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 was gearbeitet wird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25D592-EC11-7761-6A9C-B9818AB51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Neue OWASP Kategorie „Crypto“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A048C19-BA02-A7C7-B2E5-F27817B00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136" y="2416060"/>
            <a:ext cx="7254030" cy="427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343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D35E-9CAE-09F2-D8CF-C002F1471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5D5475-33FA-A7E6-FF6E-CFE44D51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Ziele bis nächstes Mal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2DCFD8-AEF5-B214-5D01-49AE61CE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Guter Fortschritt in Crypto</a:t>
            </a:r>
          </a:p>
          <a:p>
            <a:r>
              <a:rPr lang="de-DE" dirty="0"/>
              <a:t>Erste Graphen für analysierte Apps (was wird schon abgedeckt, …)</a:t>
            </a:r>
          </a:p>
          <a:p>
            <a:r>
              <a:rPr lang="de-DE" dirty="0"/>
              <a:t>Aufsetzen der Arbeit 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de-DE" dirty="0"/>
              <a:t>Skelett für BA machen in </a:t>
            </a:r>
            <a:r>
              <a:rPr lang="de-DE" dirty="0" err="1"/>
              <a:t>LaTeX</a:t>
            </a:r>
            <a:endParaRPr lang="de-DE" dirty="0"/>
          </a:p>
          <a:p>
            <a:pPr>
              <a:buFont typeface="Wingdings" panose="05000000000000000000" pitchFamily="2" charset="2"/>
              <a:buChar char="è"/>
            </a:pPr>
            <a:r>
              <a:rPr lang="de-DE" dirty="0"/>
              <a:t>Anfang der </a:t>
            </a:r>
            <a:r>
              <a:rPr lang="de-DE" dirty="0" err="1"/>
              <a:t>Related</a:t>
            </a:r>
            <a:r>
              <a:rPr lang="de-DE" dirty="0"/>
              <a:t> </a:t>
            </a:r>
            <a:r>
              <a:rPr lang="de-DE" dirty="0" err="1"/>
              <a:t>works</a:t>
            </a:r>
            <a:r>
              <a:rPr lang="de-DE" dirty="0"/>
              <a:t> basierend auf Literaturrecherche?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47529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4DB77-E306-1265-5005-AE42C64D9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47379D-6FB8-515C-2727-6F30558B5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Fragen</a:t>
            </a:r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20B4DEA-8171-A93A-B5EC-C36B2E19C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226" y="4981780"/>
            <a:ext cx="10515600" cy="4351338"/>
          </a:xfrm>
        </p:spPr>
        <p:txBody>
          <a:bodyPr/>
          <a:lstStyle/>
          <a:p>
            <a:r>
              <a:rPr lang="de-DE" dirty="0"/>
              <a:t>Ist das meine Literatur-Recherche?</a:t>
            </a:r>
          </a:p>
          <a:p>
            <a:r>
              <a:rPr lang="de-DE" dirty="0"/>
              <a:t>Was wird da konkret erwartet?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759171C-E2AC-38CA-4FFD-14FE02E19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56" y="1690688"/>
            <a:ext cx="11586688" cy="3063875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67AB0E2D-F657-7958-D746-DBE9C1BF4376}"/>
              </a:ext>
            </a:extLst>
          </p:cNvPr>
          <p:cNvSpPr/>
          <p:nvPr/>
        </p:nvSpPr>
        <p:spPr>
          <a:xfrm>
            <a:off x="1612489" y="3138999"/>
            <a:ext cx="4925963" cy="290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12408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8D7E7-4CC2-B9BD-32D4-750A7404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0A48AE-5417-94C2-9EDD-7440B53E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Fragen</a:t>
            </a:r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8AAED1A-40B3-04C8-9F29-80D983852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Weiteres Verfahren bei der Literatur-Recherche?</a:t>
            </a:r>
          </a:p>
          <a:p>
            <a:r>
              <a:rPr lang="de-DE" dirty="0"/>
              <a:t>Was sind die Erwartungen konkret da?</a:t>
            </a:r>
          </a:p>
          <a:p>
            <a:r>
              <a:rPr lang="de-DE" dirty="0"/>
              <a:t>Literatur-Recherche -&gt; </a:t>
            </a:r>
            <a:r>
              <a:rPr lang="de-DE" dirty="0" err="1"/>
              <a:t>Related</a:t>
            </a:r>
            <a:r>
              <a:rPr lang="de-DE" dirty="0"/>
              <a:t> Work?</a:t>
            </a:r>
          </a:p>
          <a:p>
            <a:r>
              <a:rPr lang="de-DE" dirty="0"/>
              <a:t>Gibt’s da </a:t>
            </a:r>
            <a:r>
              <a:rPr lang="de-DE" dirty="0" err="1"/>
              <a:t>templates</a:t>
            </a:r>
            <a:r>
              <a:rPr lang="de-DE" dirty="0"/>
              <a:t> vom SE?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97067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B2E39-EFCB-5143-B7AA-87DA4A684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5E3584-71C3-38FD-2F25-4F8040BC7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Fragen</a:t>
            </a:r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DA32316-4B93-18F3-1F11-F18FD7B24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Weiteres Verfahren bei der Literatur-Recherche?</a:t>
            </a:r>
          </a:p>
          <a:p>
            <a:r>
              <a:rPr lang="de-DE" dirty="0"/>
              <a:t>Was sind die Erwartungen konkret da?</a:t>
            </a:r>
          </a:p>
          <a:p>
            <a:r>
              <a:rPr lang="de-DE" dirty="0"/>
              <a:t>Literatur-Recherche -&gt; </a:t>
            </a:r>
            <a:r>
              <a:rPr lang="de-DE" dirty="0" err="1"/>
              <a:t>Related</a:t>
            </a:r>
            <a:r>
              <a:rPr lang="de-DE" dirty="0"/>
              <a:t> Work?</a:t>
            </a:r>
          </a:p>
          <a:p>
            <a:r>
              <a:rPr lang="de-DE" dirty="0"/>
              <a:t>Gibt’s da </a:t>
            </a:r>
            <a:r>
              <a:rPr lang="de-DE" dirty="0" err="1"/>
              <a:t>templates</a:t>
            </a:r>
            <a:r>
              <a:rPr lang="de-DE" dirty="0"/>
              <a:t> vom SE?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90793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Breitbild</PresentationFormat>
  <Paragraphs>62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Wingdings</vt:lpstr>
      <vt:lpstr>Office</vt:lpstr>
      <vt:lpstr>BA Meeting 04</vt:lpstr>
      <vt:lpstr>Was gemacht wurde</vt:lpstr>
      <vt:lpstr>Was gemacht wurde</vt:lpstr>
      <vt:lpstr>Was gemacht wurde</vt:lpstr>
      <vt:lpstr>Fertigstellen Maswe Storage - 0006</vt:lpstr>
      <vt:lpstr>Fertigstellen Maswe Storage - 0003</vt:lpstr>
      <vt:lpstr>Fertigstellen Maswe Storage - 0004</vt:lpstr>
      <vt:lpstr>Fertigstellen Maswe Storage - 0007</vt:lpstr>
      <vt:lpstr>Fertigstellen Maswe Storage - 0007</vt:lpstr>
      <vt:lpstr>Fertigstellen Maswe Storage - 0007</vt:lpstr>
      <vt:lpstr>Fertigstellen Maswe Storage – 0002 </vt:lpstr>
      <vt:lpstr>Fertigstellen Maswe Storage – 0002 </vt:lpstr>
      <vt:lpstr>Was gemacht wurde</vt:lpstr>
      <vt:lpstr>Literatur-Recherche</vt:lpstr>
      <vt:lpstr>Literatur-Recherche</vt:lpstr>
      <vt:lpstr>Literatur-Recherche</vt:lpstr>
      <vt:lpstr>An was gearbeitet wird</vt:lpstr>
      <vt:lpstr>Ziele bis nächstes Mal</vt:lpstr>
      <vt:lpstr>Fragen</vt:lpstr>
      <vt:lpstr>Fragen</vt:lpstr>
      <vt:lpstr>Fragen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Kronig, Dominic Fabian (STUDENTS)</dc:creator>
  <cp:lastModifiedBy>Kronig, Dominic Fabian (STUDENTS)</cp:lastModifiedBy>
  <cp:revision>19</cp:revision>
  <dcterms:created xsi:type="dcterms:W3CDTF">2025-11-06T15:15:12Z</dcterms:created>
  <dcterms:modified xsi:type="dcterms:W3CDTF">2025-11-06T15:59:50Z</dcterms:modified>
</cp:coreProperties>
</file>