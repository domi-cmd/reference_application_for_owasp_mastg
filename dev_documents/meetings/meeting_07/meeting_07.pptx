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75" r:id="rId5"/>
    <p:sldId id="260" r:id="rId6"/>
    <p:sldId id="265" r:id="rId7"/>
    <p:sldId id="261" r:id="rId8"/>
    <p:sldId id="264" r:id="rId9"/>
    <p:sldId id="263" r:id="rId10"/>
    <p:sldId id="262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6" r:id="rId20"/>
    <p:sldId id="274" r:id="rId2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6F6375-1787-0B9A-33D3-9B5716C31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2D10B4A-8EBD-9F8E-E74D-4E0E70902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05BC295-5D02-BFEB-6B52-D945BD967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0458-6B80-4991-80A5-4D93347D5E6D}" type="datetimeFigureOut">
              <a:rPr lang="de-CH" smtClean="0"/>
              <a:t>08.01.2026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A6D8AF-9367-3D6C-3A22-5ECBAFF2A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E87650-8A23-6DC7-7CCA-07AF391CE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DA398-05C1-4F7A-B67B-860FBC15278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4859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8B1C76-567D-82B9-7F14-A59452B01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4B42E64-3E02-31C4-58B8-81EB9A93A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121C86-89BF-4129-110B-CDB08D083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0458-6B80-4991-80A5-4D93347D5E6D}" type="datetimeFigureOut">
              <a:rPr lang="de-CH" smtClean="0"/>
              <a:t>08.01.2026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4A1AE02-A2A1-67DE-2D7D-A645CC1B0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51264E-05E1-D7AB-4CEC-B5F1DFFAB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DA398-05C1-4F7A-B67B-860FBC15278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45837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1CED55-BC51-6650-DBA7-C4D588E50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A1767EE-BA05-888B-7194-BE5A29C7C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9A3A16-B561-9F80-AA2B-C14FB4AF8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0458-6B80-4991-80A5-4D93347D5E6D}" type="datetimeFigureOut">
              <a:rPr lang="de-CH" smtClean="0"/>
              <a:t>08.01.2026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EF61932-8156-AFD5-0701-45F92F913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C565DE-2F04-26A9-49F4-A3AC6DB2A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DA398-05C1-4F7A-B67B-860FBC15278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18631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56D89D-4AAB-3577-55DE-B8B49D0D9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40EB39-3B2F-9260-4E1B-83684CAB2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2C7B802-5D1C-FD2C-FDD6-B8C6A240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0443F74-08F5-1B82-6D87-B8637327B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0458-6B80-4991-80A5-4D93347D5E6D}" type="datetimeFigureOut">
              <a:rPr lang="de-CH" smtClean="0"/>
              <a:t>08.01.2026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818CCD6-1E38-35BA-538D-5F2D8B527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3CF904E-4257-196B-1CB0-E6893E559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DA398-05C1-4F7A-B67B-860FBC15278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44221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5FB50C-4D8B-44BF-249A-3EC257924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69E9E5-F9C8-4073-3B96-3265E071D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36C390D-8DB6-4D52-D735-D0A0969172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279F24-73B6-EC24-9BC2-5B2D9CB26E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BD96ACE-BA16-CF15-41B0-9D555C9F0A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761E39D-439F-48A1-49ED-0FB926A5E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0458-6B80-4991-80A5-4D93347D5E6D}" type="datetimeFigureOut">
              <a:rPr lang="de-CH" smtClean="0"/>
              <a:t>08.01.2026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D1C5CAB-C7E8-F09B-397D-EC6A247E5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04183E6-A8CB-DAA2-2547-C0A57427F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DA398-05C1-4F7A-B67B-860FBC15278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98977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8BCC7E-B8E4-C25C-AF39-DBE5C29D2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2BBA3F8-CDC9-1139-B6B4-9736B64EC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0458-6B80-4991-80A5-4D93347D5E6D}" type="datetimeFigureOut">
              <a:rPr lang="de-CH" smtClean="0"/>
              <a:t>08.01.2026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F4811E-5C06-A285-2008-5D9ED0172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3001E8D-EA65-A257-069B-28E045E6C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DA398-05C1-4F7A-B67B-860FBC15278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98254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C95D808-127F-6D38-9748-20048B407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0458-6B80-4991-80A5-4D93347D5E6D}" type="datetimeFigureOut">
              <a:rPr lang="de-CH" smtClean="0"/>
              <a:t>08.01.2026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216A290-A5A0-FC97-015D-C4702781A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14FE8AD-BB5F-5C65-F7D1-E54DC885E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DA398-05C1-4F7A-B67B-860FBC15278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62118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1AA28E-1546-19F4-35F3-96D22D237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FE69B8-EA39-2B9A-2A62-371C80107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3C21F8A-C7F0-8605-98C2-5ED6D840E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9B525F5-7C7B-B95A-5256-0D2894076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0458-6B80-4991-80A5-4D93347D5E6D}" type="datetimeFigureOut">
              <a:rPr lang="de-CH" smtClean="0"/>
              <a:t>08.01.2026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2C9110C-F173-629C-DF75-D7AA639B0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022F698-804E-F84E-3BFD-9526ECA7D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DA398-05C1-4F7A-B67B-860FBC15278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50583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F17F73-C11F-4273-836A-1528AF3AB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CA7B538-5442-3505-F6D1-04FD68ECE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7EC7EF6-054A-2BDA-BB85-B59B27B4D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4B3D9E9-C341-D442-A972-33929C2F1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0458-6B80-4991-80A5-4D93347D5E6D}" type="datetimeFigureOut">
              <a:rPr lang="de-CH" smtClean="0"/>
              <a:t>08.01.2026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2104C3A-DAE2-1BAB-E299-68B7D6436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C1C2C0A-A8BC-8AD1-A802-0EB45D058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DA398-05C1-4F7A-B67B-860FBC15278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49503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E07852-31D7-4DE1-3C29-7CE9220B4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808E35D-4DC4-211C-192C-8D7B7A60C4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002A87-37D9-5695-3249-63D9D6B1F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0458-6B80-4991-80A5-4D93347D5E6D}" type="datetimeFigureOut">
              <a:rPr lang="de-CH" smtClean="0"/>
              <a:t>08.01.2026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2868BF-495D-AE47-207F-3E90571C3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F73C35-1059-E0EF-1791-CD00456AF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DA398-05C1-4F7A-B67B-860FBC15278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38724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223E933-24E4-6619-C072-FE8AF3A2BE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68D106F-54CF-0E8C-B70C-8EC0753373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382CBB1-A190-2183-62AF-A8538DEF7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0458-6B80-4991-80A5-4D93347D5E6D}" type="datetimeFigureOut">
              <a:rPr lang="de-CH" smtClean="0"/>
              <a:t>08.01.2026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151AB3E-5A0B-CF5C-DE5F-EE201BB6E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1E53A0-C215-1291-9673-08EE69B98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DA398-05C1-4F7A-B67B-860FBC15278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93428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2BA12D0-EB40-9284-1BDE-EA3CDBD3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9D4856-4FC4-BB25-D1ED-423561453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C402A9-74E6-4FF2-A66E-044C3FD113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B30458-6B80-4991-80A5-4D93347D5E6D}" type="datetimeFigureOut">
              <a:rPr lang="de-CH" smtClean="0"/>
              <a:t>08.01.2026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22DFEC-172F-7F83-F2C2-EB541E082A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7A69DA-F8A5-401A-2076-666F53551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BDA398-05C1-4F7A-B67B-860FBC15278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55551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41C0F1-9450-B182-D85D-B7584C34E9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BA Meeting 07</a:t>
            </a:r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4A3762C-39D4-B606-063E-49084C53F5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19.12.2025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886447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75E084-4283-C467-1800-4AE236408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gemacht wurde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B33408-B968-C438-6B56-CBC6E795F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Frida </a:t>
            </a:r>
            <a:r>
              <a:rPr lang="de-DE" dirty="0" err="1"/>
              <a:t>Rooted</a:t>
            </a:r>
            <a:r>
              <a:rPr lang="de-DE" dirty="0"/>
              <a:t> Device ausprobieren -&gt; „formal“ integrieren in </a:t>
            </a:r>
            <a:r>
              <a:rPr lang="de-DE" dirty="0" err="1"/>
              <a:t>Vulnerability</a:t>
            </a:r>
            <a:r>
              <a:rPr lang="de-DE" dirty="0"/>
              <a:t> Exploits</a:t>
            </a:r>
          </a:p>
          <a:p>
            <a:r>
              <a:rPr lang="de-DE" dirty="0"/>
              <a:t>Minor Bug fixes</a:t>
            </a:r>
          </a:p>
          <a:p>
            <a:r>
              <a:rPr lang="de-DE" dirty="0"/>
              <a:t>Neue Kategorie </a:t>
            </a:r>
          </a:p>
          <a:p>
            <a:r>
              <a:rPr lang="de-DE" dirty="0" err="1"/>
              <a:t>Related</a:t>
            </a:r>
            <a:r>
              <a:rPr lang="de-DE" dirty="0"/>
              <a:t> Work verbessern</a:t>
            </a:r>
            <a:endParaRPr lang="de-CH" dirty="0"/>
          </a:p>
          <a:p>
            <a:endParaRPr lang="de-DE" dirty="0"/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120726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B5611-CCCE-274E-7741-4D7F20213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997B76-AD8D-0A33-17F5-8DC9B66AE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Frida </a:t>
            </a:r>
            <a:r>
              <a:rPr lang="de-DE" dirty="0" err="1"/>
              <a:t>Rooted</a:t>
            </a:r>
            <a:r>
              <a:rPr lang="de-DE" dirty="0"/>
              <a:t> Device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E7F852-BA0F-C920-D43D-59E10F1C5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Läuft auf </a:t>
            </a:r>
            <a:r>
              <a:rPr lang="de-DE" dirty="0" err="1"/>
              <a:t>rooted</a:t>
            </a:r>
            <a:r>
              <a:rPr lang="de-DE" dirty="0"/>
              <a:t> Device</a:t>
            </a:r>
          </a:p>
          <a:p>
            <a:pPr marL="0" indent="0">
              <a:buNone/>
            </a:pP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B202C91-8BD7-BD6D-54E0-785EF02D9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56837"/>
            <a:ext cx="12192000" cy="3697357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BBEA39B3-732B-6E40-B827-F51E51E53146}"/>
              </a:ext>
            </a:extLst>
          </p:cNvPr>
          <p:cNvSpPr/>
          <p:nvPr/>
        </p:nvSpPr>
        <p:spPr>
          <a:xfrm>
            <a:off x="4355690" y="5329084"/>
            <a:ext cx="2812026" cy="26547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0274D65-2D01-3571-15F6-352115668E0F}"/>
              </a:ext>
            </a:extLst>
          </p:cNvPr>
          <p:cNvSpPr/>
          <p:nvPr/>
        </p:nvSpPr>
        <p:spPr>
          <a:xfrm>
            <a:off x="0" y="6046839"/>
            <a:ext cx="12192000" cy="42132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0800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C47C1-73C6-B1E6-0BC3-4CADADA8C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12BA75-F296-0E4D-04D5-836A608F0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Frida </a:t>
            </a:r>
            <a:r>
              <a:rPr lang="de-DE" dirty="0" err="1"/>
              <a:t>Rooted</a:t>
            </a:r>
            <a:r>
              <a:rPr lang="de-DE" dirty="0"/>
              <a:t> Device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EB899A-578A-B189-0B06-F544A9F35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Gerät rooten noch Thema</a:t>
            </a:r>
          </a:p>
          <a:p>
            <a:pPr marL="0" indent="0">
              <a:buNone/>
            </a:pPr>
            <a:r>
              <a:rPr lang="de-DE" dirty="0"/>
              <a:t>-&gt; https://gitlab.com/newbit/rootAVD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27728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FDC55-CAED-0AEE-E501-AC4C6DF39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160813-FA0D-6A99-F0A1-1377663D5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Minor Bugfixes – Bug 1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28CA87-72B8-D4E2-54F2-73A8F55B3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  <a:p>
            <a:r>
              <a:rPr lang="de-CH" dirty="0"/>
              <a:t>Login bevor Registration</a:t>
            </a:r>
          </a:p>
        </p:txBody>
      </p:sp>
    </p:spTree>
    <p:extLst>
      <p:ext uri="{BB962C8B-B14F-4D97-AF65-F5344CB8AC3E}">
        <p14:creationId xmlns:p14="http://schemas.microsoft.com/office/powerpoint/2010/main" val="1735375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A6CDC-84D7-9C89-2EE4-1CA168D9A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F3457A-FEC8-5DA9-B84A-9B2BBAFA2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Minor Bugfixes – Bug 1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A2BEDE9-D035-E0AB-757C-5DFC24A10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1496"/>
            <a:ext cx="10515600" cy="4351338"/>
          </a:xfrm>
        </p:spPr>
        <p:txBody>
          <a:bodyPr/>
          <a:lstStyle/>
          <a:p>
            <a:endParaRPr lang="de-DE" dirty="0"/>
          </a:p>
          <a:p>
            <a:r>
              <a:rPr lang="de-CH" dirty="0"/>
              <a:t>Einfacher check, ob File mit </a:t>
            </a:r>
            <a:r>
              <a:rPr lang="de-CH" dirty="0" err="1"/>
              <a:t>login</a:t>
            </a:r>
            <a:r>
              <a:rPr lang="de-CH" dirty="0"/>
              <a:t>-Daten überhaupt schon existiert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1CC92AD-97D4-6DD3-7BD6-19A798001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34" y="2807059"/>
            <a:ext cx="11380531" cy="3741919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4EB2EB00-BDD3-6BA4-4DCE-E7C95E15C86B}"/>
              </a:ext>
            </a:extLst>
          </p:cNvPr>
          <p:cNvSpPr/>
          <p:nvPr/>
        </p:nvSpPr>
        <p:spPr>
          <a:xfrm>
            <a:off x="717755" y="5083277"/>
            <a:ext cx="4798142" cy="108154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28332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B6BE9-79BF-4021-CAEB-4ABAAE45F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1B2C84-BACB-F8B3-771B-9822C11F0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Minor Bugfixes – Bug 2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180898-9F32-139E-ED69-231A2925E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  <a:p>
            <a:r>
              <a:rPr lang="de-CH" dirty="0"/>
              <a:t>Neu-Erstellung der Crypto-Keys bei Neustart der App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471B587-E455-3DC9-3C4E-76A489D95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61914"/>
            <a:ext cx="10210800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020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EEC14-60AB-25C3-B670-35F089161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BBE608-3C70-E448-2746-6EC255468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Minor Bugfixes – Bug 2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196DA4-03D4-A916-CFB5-356AB469D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  <a:p>
            <a:r>
              <a:rPr lang="de-CH" dirty="0"/>
              <a:t>Einfacher check ob Schlüssel schon existieren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D1FF6D4-D7CE-33A1-914B-8DBA4B34F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765" y="3138488"/>
            <a:ext cx="9258300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819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D8476-9660-3B44-C652-6209E91EC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C37087-69FC-77E1-2F6A-56EC79242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Minor Bugfixes – Bug 3</a:t>
            </a:r>
            <a:endParaRPr lang="de-CH" dirty="0"/>
          </a:p>
        </p:txBody>
      </p:sp>
      <p:pic>
        <p:nvPicPr>
          <p:cNvPr id="7" name="Inhaltsplatzhalter 6" descr="Ein Bild, das Screenshot, Text, Handy, Smartphone enthält.&#10;&#10;KI-generierte Inhalte können fehlerhaft sein.">
            <a:extLst>
              <a:ext uri="{FF2B5EF4-FFF2-40B4-BE49-F238E27FC236}">
                <a16:creationId xmlns:a16="http://schemas.microsoft.com/office/drawing/2014/main" id="{D23A2AD7-6AC0-B160-53D5-D28EF2BE64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860" y="1527426"/>
            <a:ext cx="2748867" cy="5330574"/>
          </a:xfr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7995A769-E654-B229-1B0C-D28940155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275" y="1527426"/>
            <a:ext cx="2838911" cy="5330573"/>
          </a:xfrm>
          <a:prstGeom prst="rect">
            <a:avLst/>
          </a:prstGeom>
        </p:spPr>
      </p:pic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2FF9E560-9CDA-6013-3DC4-9BE7E7E54595}"/>
              </a:ext>
            </a:extLst>
          </p:cNvPr>
          <p:cNvSpPr/>
          <p:nvPr/>
        </p:nvSpPr>
        <p:spPr>
          <a:xfrm>
            <a:off x="5080444" y="3429000"/>
            <a:ext cx="2031112" cy="50144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9312A47-3B55-72F5-623C-C0BEC28AB386}"/>
              </a:ext>
            </a:extLst>
          </p:cNvPr>
          <p:cNvSpPr txBox="1"/>
          <p:nvPr/>
        </p:nvSpPr>
        <p:spPr>
          <a:xfrm>
            <a:off x="4463845" y="4906297"/>
            <a:ext cx="33233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Überdecken des Textes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Visual Bug beim scrollen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328462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D8A09-B85F-92EB-54E3-667A6F667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FC1805-E445-7E86-FA1D-BA9D4EB70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Neue Kategorie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2E7619-F740-4A78-5CDE-E1D1ADCEE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  <a:p>
            <a:r>
              <a:rPr lang="de-CH" dirty="0"/>
              <a:t>Neue </a:t>
            </a:r>
            <a:r>
              <a:rPr lang="de-CH" dirty="0" err="1"/>
              <a:t>Vulnerabilities</a:t>
            </a:r>
            <a:r>
              <a:rPr lang="de-CH" dirty="0"/>
              <a:t> (</a:t>
            </a:r>
            <a:r>
              <a:rPr lang="de-CH" dirty="0" err="1"/>
              <a:t>Platform</a:t>
            </a:r>
            <a:r>
              <a:rPr lang="de-CH" dirty="0"/>
              <a:t>):</a:t>
            </a:r>
          </a:p>
          <a:p>
            <a:r>
              <a:rPr lang="de-CH" dirty="0"/>
              <a:t>Maswe_0055</a:t>
            </a:r>
          </a:p>
          <a:p>
            <a:r>
              <a:rPr lang="de-CH" dirty="0"/>
              <a:t>Maswe_0053</a:t>
            </a:r>
          </a:p>
          <a:p>
            <a:r>
              <a:rPr lang="de-CH" dirty="0"/>
              <a:t>Maswe_0067</a:t>
            </a:r>
          </a:p>
        </p:txBody>
      </p:sp>
    </p:spTree>
    <p:extLst>
      <p:ext uri="{BB962C8B-B14F-4D97-AF65-F5344CB8AC3E}">
        <p14:creationId xmlns:p14="http://schemas.microsoft.com/office/powerpoint/2010/main" val="2095325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A587F-F81C-B63F-8C74-5379DA521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98581E-8FEA-80EF-E43F-167BBB94C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Maswe</a:t>
            </a:r>
            <a:r>
              <a:rPr lang="de-DE" dirty="0"/>
              <a:t> 0055 – Data </a:t>
            </a:r>
            <a:r>
              <a:rPr lang="de-DE" dirty="0" err="1"/>
              <a:t>leaked</a:t>
            </a:r>
            <a:r>
              <a:rPr lang="de-DE" dirty="0"/>
              <a:t> via </a:t>
            </a:r>
            <a:r>
              <a:rPr lang="de-DE" dirty="0" err="1"/>
              <a:t>screenshots</a:t>
            </a: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8614F5C-ECC0-D180-D354-A63E518EB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067" y="1845128"/>
            <a:ext cx="8677275" cy="4350723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BBDFC1EB-4CCD-2454-D10D-C8729EB60110}"/>
              </a:ext>
            </a:extLst>
          </p:cNvPr>
          <p:cNvSpPr/>
          <p:nvPr/>
        </p:nvSpPr>
        <p:spPr>
          <a:xfrm>
            <a:off x="1904297" y="3962400"/>
            <a:ext cx="6107589" cy="62048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30155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04D77-35AA-94AF-134D-EBCC2135A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5F627F-678D-7876-12F7-6DA879964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Maswe</a:t>
            </a:r>
            <a:r>
              <a:rPr lang="de-DE" dirty="0"/>
              <a:t> 0055 – Data </a:t>
            </a:r>
            <a:r>
              <a:rPr lang="de-DE" dirty="0" err="1"/>
              <a:t>leaked</a:t>
            </a:r>
            <a:r>
              <a:rPr lang="de-DE" dirty="0"/>
              <a:t> via </a:t>
            </a:r>
            <a:r>
              <a:rPr lang="de-DE" dirty="0" err="1"/>
              <a:t>screenshots</a:t>
            </a:r>
            <a:endParaRPr lang="de-CH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05C96BC-3B10-4940-032C-5BDCB60C3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3508"/>
            <a:ext cx="12192000" cy="321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514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35344-0B6C-A459-7FA8-7725F2882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317495-9969-2122-3412-D107B64E5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Maswe</a:t>
            </a:r>
            <a:r>
              <a:rPr lang="de-DE" dirty="0"/>
              <a:t> 0053 – Data </a:t>
            </a:r>
            <a:r>
              <a:rPr lang="de-DE" dirty="0" err="1"/>
              <a:t>leaked</a:t>
            </a:r>
            <a:r>
              <a:rPr lang="de-DE" dirty="0"/>
              <a:t> via UI</a:t>
            </a:r>
            <a:endParaRPr lang="de-CH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1C1CE82-E80C-759B-E770-F2557CBE4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319337"/>
            <a:ext cx="9525000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905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C23BD-25DF-FDC5-9D13-FAAAC98E2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F4B97A-613B-B62A-8A45-7365D2219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Maswe</a:t>
            </a:r>
            <a:r>
              <a:rPr lang="de-DE" dirty="0"/>
              <a:t> 0053 – Data </a:t>
            </a:r>
            <a:r>
              <a:rPr lang="de-DE" dirty="0" err="1"/>
              <a:t>leaked</a:t>
            </a:r>
            <a:r>
              <a:rPr lang="de-DE" dirty="0"/>
              <a:t> via UI</a:t>
            </a:r>
            <a:endParaRPr lang="de-CH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6026DB2-8D8C-EEFA-958A-07D785B17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562" y="2490787"/>
            <a:ext cx="9286875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414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8A48A-6EE4-EA1B-CF6C-474C85058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4B8FBA-E944-78CB-943E-196E74C7A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Maswe</a:t>
            </a:r>
            <a:r>
              <a:rPr lang="de-DE" dirty="0"/>
              <a:t> 0053 – Data </a:t>
            </a:r>
            <a:r>
              <a:rPr lang="de-DE" dirty="0" err="1"/>
              <a:t>leaked</a:t>
            </a:r>
            <a:r>
              <a:rPr lang="de-DE" dirty="0"/>
              <a:t> via UI</a:t>
            </a:r>
            <a:endParaRPr lang="de-CH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3B7F196-6AF3-647B-6B88-0676E520B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137" y="2528887"/>
            <a:ext cx="9991725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482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E629F-143E-1B3E-1B4E-A05D04A70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1E5AAB-031A-074D-C3BE-CF228C3C1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Maswe</a:t>
            </a:r>
            <a:r>
              <a:rPr lang="de-DE" dirty="0"/>
              <a:t> 0053 – Data </a:t>
            </a:r>
            <a:r>
              <a:rPr lang="de-DE" dirty="0" err="1"/>
              <a:t>leaked</a:t>
            </a:r>
            <a:r>
              <a:rPr lang="de-DE" dirty="0"/>
              <a:t> via UI</a:t>
            </a:r>
            <a:endParaRPr lang="de-CH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F6764D4-AC66-DC95-260D-0A4EF9C3F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865" y="3429000"/>
            <a:ext cx="7867650" cy="3000375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53886F-1D83-393C-D7B3-CD05766A5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de-DE" dirty="0"/>
          </a:p>
          <a:p>
            <a:r>
              <a:rPr lang="de-CH" dirty="0"/>
              <a:t>Exploit fehlt noch!</a:t>
            </a:r>
          </a:p>
        </p:txBody>
      </p:sp>
    </p:spTree>
    <p:extLst>
      <p:ext uri="{BB962C8B-B14F-4D97-AF65-F5344CB8AC3E}">
        <p14:creationId xmlns:p14="http://schemas.microsoft.com/office/powerpoint/2010/main" val="4134370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D68C9-8C1C-3DEC-3306-2AF372663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9607A8-9D28-9871-4A94-0F9A4C3A0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Maswe</a:t>
            </a:r>
            <a:r>
              <a:rPr lang="de-DE" dirty="0"/>
              <a:t> 0067 – App </a:t>
            </a:r>
            <a:r>
              <a:rPr lang="de-DE" dirty="0" err="1"/>
              <a:t>is</a:t>
            </a:r>
            <a:r>
              <a:rPr lang="de-DE" dirty="0"/>
              <a:t> debuggable</a:t>
            </a:r>
            <a:endParaRPr lang="de-CH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4A497BE-6C68-A63E-0435-AEE0F77E2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5" y="2539488"/>
            <a:ext cx="8858250" cy="3371850"/>
          </a:xfrm>
          <a:prstGeom prst="rect">
            <a:avLst/>
          </a:prstGeom>
        </p:spPr>
      </p:pic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066485B-013D-C8C4-D531-640D2EAA2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F113055-53FE-498A-49D1-24CB654C70B5}"/>
              </a:ext>
            </a:extLst>
          </p:cNvPr>
          <p:cNvSpPr/>
          <p:nvPr/>
        </p:nvSpPr>
        <p:spPr>
          <a:xfrm>
            <a:off x="2513898" y="5113422"/>
            <a:ext cx="3011832" cy="36314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648215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5CFD-2AE8-C091-ED84-6E2444677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106BF2-074B-094A-6A04-0DB9AB670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Related</a:t>
            </a:r>
            <a:r>
              <a:rPr lang="de-DE" dirty="0"/>
              <a:t> Work nachbessern</a:t>
            </a:r>
            <a:endParaRPr lang="de-CH" dirty="0"/>
          </a:p>
        </p:txBody>
      </p:sp>
      <p:sp>
        <p:nvSpPr>
          <p:cNvPr id="3" name="Inhaltsplatzhalter 4">
            <a:extLst>
              <a:ext uri="{FF2B5EF4-FFF2-40B4-BE49-F238E27FC236}">
                <a16:creationId xmlns:a16="http://schemas.microsoft.com/office/drawing/2014/main" id="{75C423B8-0638-5CD4-4B89-15A1EFAC1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de-DE" dirty="0"/>
              <a:t>Erste Tabelle für Apps wie angegeben</a:t>
            </a:r>
          </a:p>
          <a:p>
            <a:r>
              <a:rPr lang="de-DE" dirty="0"/>
              <a:t>Bedeutung Sourcecode? APK?</a:t>
            </a:r>
            <a:endParaRPr lang="de-CH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43D1FC1-1448-555F-C3AC-73B8F1068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4828" y="576179"/>
            <a:ext cx="4825481" cy="593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613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46548-E9A4-ACA1-57E0-B72545C77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B9E0FF-F12E-15C5-D851-4660810D8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Related</a:t>
            </a:r>
            <a:r>
              <a:rPr lang="de-DE" dirty="0"/>
              <a:t> Work nachbessern</a:t>
            </a:r>
            <a:endParaRPr lang="de-CH" dirty="0"/>
          </a:p>
        </p:txBody>
      </p:sp>
      <p:sp>
        <p:nvSpPr>
          <p:cNvPr id="3" name="Inhaltsplatzhalter 4">
            <a:extLst>
              <a:ext uri="{FF2B5EF4-FFF2-40B4-BE49-F238E27FC236}">
                <a16:creationId xmlns:a16="http://schemas.microsoft.com/office/drawing/2014/main" id="{F7C63426-6D98-25A1-0278-CF59C75D1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de-DE" dirty="0" err="1"/>
              <a:t>Pg</a:t>
            </a:r>
            <a:r>
              <a:rPr lang="de-DE" dirty="0"/>
              <a:t> 14 „</a:t>
            </a:r>
            <a:r>
              <a:rPr lang="de-CH" dirty="0"/>
              <a:t>This </a:t>
            </a:r>
            <a:r>
              <a:rPr lang="de-CH" dirty="0" err="1"/>
              <a:t>left</a:t>
            </a:r>
            <a:r>
              <a:rPr lang="de-CH" dirty="0"/>
              <a:t> 15 </a:t>
            </a:r>
            <a:r>
              <a:rPr lang="de-CH" dirty="0" err="1"/>
              <a:t>papers</a:t>
            </a:r>
            <a:r>
              <a:rPr lang="de-CH" dirty="0"/>
              <a:t>,….» hier alle 15 References [][][][]… angeben?</a:t>
            </a:r>
          </a:p>
          <a:p>
            <a:r>
              <a:rPr lang="de-CH" dirty="0" err="1"/>
              <a:t>Pg</a:t>
            </a:r>
            <a:r>
              <a:rPr lang="de-CH" dirty="0"/>
              <a:t> 18 «</a:t>
            </a:r>
            <a:r>
              <a:rPr lang="de-CH" dirty="0" err="1"/>
              <a:t>iOs</a:t>
            </a:r>
            <a:r>
              <a:rPr lang="de-CH" dirty="0"/>
              <a:t>» als Begriff vermeiden?</a:t>
            </a:r>
          </a:p>
          <a:p>
            <a:r>
              <a:rPr lang="de-CH" dirty="0" err="1"/>
              <a:t>Pg</a:t>
            </a:r>
            <a:r>
              <a:rPr lang="de-CH" dirty="0"/>
              <a:t> 10 «</a:t>
            </a:r>
            <a:r>
              <a:rPr lang="en-US" dirty="0"/>
              <a:t>Since these apps are meant by OWASP to be educational,..”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34162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58B5D-7EDF-BD44-2A19-717DD1EBE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A63BAA-0360-63A7-F0F0-C86700894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Nächste Schritte</a:t>
            </a:r>
            <a:endParaRPr lang="de-CH" dirty="0"/>
          </a:p>
        </p:txBody>
      </p:sp>
      <p:sp>
        <p:nvSpPr>
          <p:cNvPr id="3" name="Inhaltsplatzhalter 4">
            <a:extLst>
              <a:ext uri="{FF2B5EF4-FFF2-40B4-BE49-F238E27FC236}">
                <a16:creationId xmlns:a16="http://schemas.microsoft.com/office/drawing/2014/main" id="{BAEF579E-5120-6CD3-BAAA-A9EE1EAAC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de-DE" dirty="0"/>
              <a:t>Noch 12 Tage (mit Weihnachten, Neujahr </a:t>
            </a:r>
            <a:r>
              <a:rPr lang="de-DE" dirty="0" err="1"/>
              <a:t>etc</a:t>
            </a:r>
            <a:r>
              <a:rPr lang="de-DE" dirty="0"/>
              <a:t>)</a:t>
            </a:r>
          </a:p>
          <a:p>
            <a:r>
              <a:rPr lang="de-DE" dirty="0"/>
              <a:t>Apps fertig cleanen (Code Standard)</a:t>
            </a:r>
          </a:p>
          <a:p>
            <a:r>
              <a:rPr lang="de-DE" dirty="0"/>
              <a:t>„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contribute</a:t>
            </a:r>
            <a:r>
              <a:rPr lang="de-DE" dirty="0"/>
              <a:t>“?</a:t>
            </a:r>
          </a:p>
          <a:p>
            <a:r>
              <a:rPr lang="de-DE" dirty="0" err="1"/>
              <a:t>Vulnerability</a:t>
            </a:r>
            <a:r>
              <a:rPr lang="de-DE" dirty="0"/>
              <a:t> </a:t>
            </a:r>
            <a:r>
              <a:rPr lang="de-DE" dirty="0" err="1"/>
              <a:t>README‘s</a:t>
            </a:r>
            <a:r>
              <a:rPr lang="de-DE" dirty="0"/>
              <a:t> fertig ausbessern</a:t>
            </a:r>
          </a:p>
          <a:p>
            <a:r>
              <a:rPr lang="de-DE" dirty="0"/>
              <a:t>Was sind deine Erwartungen?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488698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</Words>
  <Application>Microsoft Office PowerPoint</Application>
  <PresentationFormat>Breitbild</PresentationFormat>
  <Paragraphs>55</Paragraphs>
  <Slides>20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</vt:lpstr>
      <vt:lpstr>BA Meeting 07</vt:lpstr>
      <vt:lpstr>Was gemacht wurde</vt:lpstr>
      <vt:lpstr>Frida Rooted Device</vt:lpstr>
      <vt:lpstr>Frida Rooted Device</vt:lpstr>
      <vt:lpstr>Minor Bugfixes – Bug 1</vt:lpstr>
      <vt:lpstr>Minor Bugfixes – Bug 1</vt:lpstr>
      <vt:lpstr>Minor Bugfixes – Bug 2</vt:lpstr>
      <vt:lpstr>Minor Bugfixes – Bug 2</vt:lpstr>
      <vt:lpstr>Minor Bugfixes – Bug 3</vt:lpstr>
      <vt:lpstr>Neue Kategorie</vt:lpstr>
      <vt:lpstr>Maswe 0055 – Data leaked via screenshots</vt:lpstr>
      <vt:lpstr>Maswe 0055 – Data leaked via screenshots</vt:lpstr>
      <vt:lpstr>Maswe 0053 – Data leaked via UI</vt:lpstr>
      <vt:lpstr>Maswe 0053 – Data leaked via UI</vt:lpstr>
      <vt:lpstr>Maswe 0053 – Data leaked via UI</vt:lpstr>
      <vt:lpstr>Maswe 0053 – Data leaked via UI</vt:lpstr>
      <vt:lpstr>Maswe 0067 – App is debuggable</vt:lpstr>
      <vt:lpstr>Related Work nachbessern</vt:lpstr>
      <vt:lpstr>Related Work nachbessern</vt:lpstr>
      <vt:lpstr>Nächste Schritte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Kronig, Dominic Fabian (STUDENTS)</dc:creator>
  <cp:lastModifiedBy>Kronig, Dominic Fabian (STUDENTS)</cp:lastModifiedBy>
  <cp:revision>39</cp:revision>
  <dcterms:created xsi:type="dcterms:W3CDTF">2025-12-17T15:52:16Z</dcterms:created>
  <dcterms:modified xsi:type="dcterms:W3CDTF">2026-01-08T08:57:19Z</dcterms:modified>
</cp:coreProperties>
</file>