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5" r:id="rId4"/>
    <p:sldId id="276" r:id="rId5"/>
    <p:sldId id="277" r:id="rId6"/>
    <p:sldId id="278" r:id="rId7"/>
    <p:sldId id="279" r:id="rId8"/>
    <p:sldId id="291" r:id="rId9"/>
    <p:sldId id="293" r:id="rId10"/>
    <p:sldId id="292" r:id="rId11"/>
    <p:sldId id="280" r:id="rId12"/>
    <p:sldId id="281" r:id="rId13"/>
    <p:sldId id="295" r:id="rId14"/>
    <p:sldId id="282" r:id="rId15"/>
    <p:sldId id="283" r:id="rId16"/>
    <p:sldId id="287" r:id="rId17"/>
    <p:sldId id="284" r:id="rId18"/>
    <p:sldId id="285" r:id="rId19"/>
    <p:sldId id="288" r:id="rId20"/>
    <p:sldId id="289" r:id="rId21"/>
    <p:sldId id="290" r:id="rId22"/>
    <p:sldId id="296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DA85C-7561-4EE7-B3C9-F79BF35623C4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C1694-879D-4CEF-B0E1-3CF57A3A99B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575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C1694-879D-4CEF-B0E1-3CF57A3A99BD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982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07B93-9397-3EC1-6C9F-D17D50E28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8FFD61-1B94-BB1D-9119-9FD7F67BF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1F35E7-04D2-151C-379D-4CBF4D05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941940-A621-A4D0-C618-0D007649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6B6D0D-6878-6FD6-785B-88B03BF4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083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F0C0E-03DE-6ECD-0700-BC8084C5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359DD1-4B5C-DCC6-8E01-C7D40A6C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78EDC5-246B-15A1-5811-CB0B9E8A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7EEBE8-38C6-FA27-4D78-45A8AB82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C2495A-99B0-E750-15F4-A059F1F8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783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6D92D-A061-4D8C-793C-A9AB3BA9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671EC6-E27D-ED2D-97F6-FB121C35D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25E3D5-4844-2E84-E0A3-A1BF0EE0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5C516-D40E-923B-4342-6D01DA7E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73A44-7871-F3B7-941C-FEA0F596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710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13D3F-E5BF-0FC5-FC08-68429D9E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CD96FE-0D11-C179-6598-F37CBAAC6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8B2D31-65AF-86B1-4BA2-B5E19981E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0CC50D-122A-0CEC-B8E8-9071F444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13AD62-B051-4010-DB5E-73A4CDF6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FC71D9-BF9C-417B-03D2-E8997DFB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6680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35A5C-ACBA-BF2C-A1BE-66EBB8E0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E60721-5D1A-CB54-8618-F56555B12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D09C27-0586-5292-5CD5-8099D6C9A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67A1C6-9B3B-C8AD-BFC6-55E027A96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2ED800-1EB8-F1CA-74EB-736F79182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175F45-9A41-1636-B1CC-693E88EBF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1C5F97D-E3B9-20BF-628D-207F31E4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4D4481-74DC-69F7-429E-5D8EAD4C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994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65DC8-DFF5-255B-3E36-C478257A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C24941-A0B7-5EFC-0D40-7976E103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845A625-8E4E-1FDC-FAD9-FD291424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D2ED1A-D1B2-30F3-495D-86D71C52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835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C01DD8-9A8D-B398-8540-2E50EC8B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E0CBE6-C3AB-6BC8-E17E-D23D3D5B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994303-02C2-0E4B-BF45-B8913F52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40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45166-BBD4-D1FF-B180-F4BCCC72F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EAAAA9-AFE1-77D3-1F2B-04007030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D7F3E2-A8BA-1D72-874C-2CBC1E38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A319E6-4498-9E20-69DC-2D9CB484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F6029B-09AE-6174-D972-9B25F8CC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37EACD-472F-0F91-8880-36D54656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975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288E1-8BD4-A9A0-6AB3-B670E369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FDE22F-55ED-9BD3-3D34-B46505248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EDAF2B-1347-B036-98A7-F053C445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69674E-596F-95B0-A4E6-A919EC18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9901EE-62E0-9250-B736-E7BC2F541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331A09-CC4B-F286-209D-23B018C5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027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54D8F-8FF3-650A-6461-AC970375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DD37AD-A19D-BBA7-112C-9C5DD503B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B0095-BE07-3DC9-B9FA-0F0E1116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814C2E-C360-C999-3789-C92C746A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384A43-3FF1-A564-2229-A843A97C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8026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AF522B9-FE7E-1EE6-A440-C3A949371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08DD40-0212-9FEA-A6D4-A9A35F616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C3ED02-CB2A-7F60-394D-84B3C54D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4AAAA2-FEC4-0E8F-4D09-4D651BC0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9025C1-551E-5D18-421F-4932A56B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017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869DE9-E955-6AF1-D156-61EB6763D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D7B25C-C74B-1FE9-7962-AE61F03AA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B86BCB-E47C-F925-208F-04EA94EC2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CB7D4-CFD6-4086-B0BB-696717916F0D}" type="datetimeFigureOut">
              <a:rPr lang="de-CH" smtClean="0"/>
              <a:t>09.01.2026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6396CA-0872-B36E-A261-C3499276D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8EE20F-671F-DF71-2167-00D57C839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51EA9-5157-49ED-862E-465A0C79208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290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A6445-2ED6-112A-E871-D879793E6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08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45835F-9EFA-6B0A-B906-3B557C28A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09.01.2025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5811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5E084-4283-C467-1800-4AE23640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3408-B968-C438-6B56-CBC6E795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Cleanup</a:t>
            </a:r>
            <a:r>
              <a:rPr lang="de-DE" dirty="0"/>
              <a:t> aller </a:t>
            </a:r>
            <a:r>
              <a:rPr lang="de-DE" dirty="0" err="1"/>
              <a:t>Vulnerabilities</a:t>
            </a:r>
            <a:endParaRPr lang="de-DE" dirty="0"/>
          </a:p>
          <a:p>
            <a:r>
              <a:rPr lang="de-DE" dirty="0" err="1"/>
              <a:t>Readmes</a:t>
            </a:r>
            <a:r>
              <a:rPr lang="de-DE" dirty="0"/>
              <a:t> fertig stellen</a:t>
            </a:r>
          </a:p>
          <a:p>
            <a:r>
              <a:rPr lang="de-DE" dirty="0"/>
              <a:t>Auswertung und Plots „Vergleich mit existierenden Apps“ </a:t>
            </a:r>
          </a:p>
          <a:p>
            <a:r>
              <a:rPr lang="de-DE" dirty="0"/>
              <a:t>Auseinandersetzung schriftlicher Teil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207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47C1-73C6-B1E6-0BC3-4CADADA8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2BA75-F296-0E4D-04D5-836A608F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EB899A-578A-B189-0B06-F544A9F3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- Motivation: Warum ist das Thema wichtig?</a:t>
            </a:r>
          </a:p>
          <a:p>
            <a:pPr marL="0" indent="0">
              <a:buNone/>
            </a:pPr>
            <a:r>
              <a:rPr lang="de-DE" dirty="0"/>
              <a:t>- Problemstellung</a:t>
            </a:r>
          </a:p>
          <a:p>
            <a:pPr>
              <a:buFontTx/>
              <a:buChar char="-"/>
            </a:pPr>
            <a:r>
              <a:rPr lang="de-DE" dirty="0"/>
              <a:t>Zielsetzung der Arbeit</a:t>
            </a:r>
          </a:p>
          <a:p>
            <a:pPr>
              <a:buFontTx/>
              <a:buChar char="-"/>
            </a:pPr>
            <a:r>
              <a:rPr lang="de-DE" dirty="0"/>
              <a:t>Forschungsfragen / Hypothesen</a:t>
            </a:r>
          </a:p>
          <a:p>
            <a:pPr marL="0" indent="0">
              <a:buNone/>
            </a:pPr>
            <a:r>
              <a:rPr lang="de-DE" dirty="0"/>
              <a:t>- Vorgehensweise und Struktur der Arbeit</a:t>
            </a:r>
          </a:p>
          <a:p>
            <a:endParaRPr lang="de-CH" dirty="0"/>
          </a:p>
          <a:p>
            <a:pPr>
              <a:buFont typeface="Wingdings" panose="05000000000000000000" pitchFamily="2" charset="2"/>
              <a:buChar char="è"/>
            </a:pPr>
            <a:r>
              <a:rPr lang="de-CH" dirty="0"/>
              <a:t>Auf Auslegung .md der Arbeit fokussieren?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772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7A0D-610A-999F-134C-024AEC61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03C77-A8A1-8E78-B389-CDFCA9E3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FA1BDC-8A47-CD81-A7A0-42DFC482D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Background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Android </a:t>
            </a:r>
            <a:r>
              <a:rPr lang="de-DE" dirty="0" err="1">
                <a:solidFill>
                  <a:srgbClr val="FF0000"/>
                </a:solidFill>
              </a:rPr>
              <a:t>Internals</a:t>
            </a:r>
            <a:endParaRPr lang="de-DE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de-DE" dirty="0"/>
              <a:t>…</a:t>
            </a:r>
          </a:p>
          <a:p>
            <a:endParaRPr lang="de-CH" dirty="0"/>
          </a:p>
          <a:p>
            <a:pPr>
              <a:buFont typeface="Wingdings" panose="05000000000000000000" pitchFamily="2" charset="2"/>
              <a:buChar char="è"/>
            </a:pPr>
            <a:r>
              <a:rPr lang="de-CH" dirty="0"/>
              <a:t>In Design/Implementation verwendete Begriffe erklären?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712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027B-DC0A-7B88-0D13-40D2BD4C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4A65CE-671B-887E-EBB6-F3B12C90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8336BB-B97F-41F8-909C-3E7BD485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Background</a:t>
            </a:r>
          </a:p>
          <a:p>
            <a:pPr marL="0" indent="0">
              <a:buNone/>
            </a:pPr>
            <a:r>
              <a:rPr lang="en-US" dirty="0"/>
              <a:t>- …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OWASP MAS</a:t>
            </a:r>
          </a:p>
          <a:p>
            <a:pPr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de-DE" dirty="0"/>
              <a:t>Erwartete Tiefe?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66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D2F2-016E-7E65-A8C8-8CD35F91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13DF9-2DDF-88D1-A914-D0BD586D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BE1C4-508A-C768-C541-284FBB599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Design: </a:t>
            </a:r>
          </a:p>
          <a:p>
            <a:pPr marL="0" indent="0">
              <a:buNone/>
            </a:pPr>
            <a:r>
              <a:rPr lang="de-DE" dirty="0"/>
              <a:t>Hier beschreibst du High-Level deine Ideen und </a:t>
            </a:r>
            <a:r>
              <a:rPr lang="de-DE" dirty="0">
                <a:solidFill>
                  <a:srgbClr val="FF0000"/>
                </a:solidFill>
              </a:rPr>
              <a:t>begründest die Auswahl </a:t>
            </a:r>
            <a:r>
              <a:rPr lang="de-DE" dirty="0"/>
              <a:t>der implementierten </a:t>
            </a:r>
            <a:r>
              <a:rPr lang="de-DE" dirty="0" err="1"/>
              <a:t>Vulnerabilities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>
              <a:buFont typeface="Wingdings" panose="05000000000000000000" pitchFamily="2" charset="2"/>
              <a:buChar char="è"/>
            </a:pPr>
            <a:r>
              <a:rPr lang="de-DE" dirty="0"/>
              <a:t>Was genau gemeint mit Begründung?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7007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F1D4-54A2-0A63-BDFA-2B248408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C4844-EF35-31B6-2FBF-9E236ABC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E818FC-06E6-999E-C0A4-B08D3C5B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Results</a:t>
            </a:r>
            <a:r>
              <a:rPr lang="de-DE" dirty="0"/>
              <a:t>: </a:t>
            </a:r>
          </a:p>
          <a:p>
            <a:pPr marL="0" indent="0">
              <a:buNone/>
            </a:pPr>
            <a:r>
              <a:rPr lang="de-DE" dirty="0"/>
              <a:t>- …</a:t>
            </a:r>
          </a:p>
          <a:p>
            <a:pPr marL="0" indent="0">
              <a:buNone/>
            </a:pPr>
            <a:r>
              <a:rPr lang="de-DE" dirty="0"/>
              <a:t>- Beantwortung der </a:t>
            </a:r>
            <a:r>
              <a:rPr lang="de-DE" dirty="0">
                <a:solidFill>
                  <a:srgbClr val="FF0000"/>
                </a:solidFill>
              </a:rPr>
              <a:t>Forschungsfragen / Hypothesen</a:t>
            </a:r>
            <a:endParaRPr lang="de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99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0E67-46F9-155A-8FC1-58F6DA03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1AF75-36E7-8EF6-F6A1-C4C9CDD2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F2C838-41C3-86EE-2643-D86876D03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Unterkapitel pro </a:t>
            </a:r>
            <a:r>
              <a:rPr lang="de-DE" dirty="0" err="1"/>
              <a:t>Vulnerability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D5EB4C2-F298-1A42-E3C4-A4420CBB7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2545"/>
            <a:ext cx="12192000" cy="165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3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BD23-CC5E-6CBA-2719-6A84E37E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7577E-AE97-9DDE-1F24-46974372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04FC1-96E9-2C10-6A4C-D988C591D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Unterkapitel pro </a:t>
            </a:r>
            <a:r>
              <a:rPr lang="de-DE" dirty="0" err="1"/>
              <a:t>Vulnerability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73B4D36-9425-884C-48D6-4FAC8508F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2" y="1470437"/>
            <a:ext cx="5519783" cy="526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6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4CA6-6907-8639-2FB3-3E338E23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D8187-EB25-B57D-146F-4015E841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Schriftlicher Teil - Fragen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B208EA-4814-14B2-9E7E-2BBE38135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8" y="1837192"/>
            <a:ext cx="10515600" cy="4351338"/>
          </a:xfrm>
        </p:spPr>
        <p:txBody>
          <a:bodyPr/>
          <a:lstStyle/>
          <a:p>
            <a:r>
              <a:rPr lang="de-DE" dirty="0"/>
              <a:t>Wieviel Wissen darf</a:t>
            </a:r>
          </a:p>
          <a:p>
            <a:pPr marL="0" indent="0">
              <a:buNone/>
            </a:pPr>
            <a:r>
              <a:rPr lang="de-DE" dirty="0"/>
              <a:t>ich annehmen?</a:t>
            </a:r>
          </a:p>
          <a:p>
            <a:r>
              <a:rPr lang="de-DE" dirty="0" err="1"/>
              <a:t>Vulnerability</a:t>
            </a:r>
            <a:r>
              <a:rPr lang="de-DE" dirty="0"/>
              <a:t> immer</a:t>
            </a:r>
          </a:p>
          <a:p>
            <a:pPr marL="0" indent="0">
              <a:buNone/>
            </a:pPr>
            <a:r>
              <a:rPr lang="de-DE" dirty="0"/>
              <a:t>noch im Detail erklären?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15D6CCA-E368-2501-C22E-D3E66EFF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578" y="511629"/>
            <a:ext cx="7378508" cy="618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4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BF94AF-E3A1-A198-784F-CA62E40A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Clean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code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244927-C4C6-B0EB-94D4-DE4C831B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endParaRPr lang="de-DE" dirty="0"/>
          </a:p>
          <a:p>
            <a:r>
              <a:rPr lang="de-DE" dirty="0" err="1"/>
              <a:t>Docstrings</a:t>
            </a:r>
            <a:endParaRPr lang="de-DE" dirty="0"/>
          </a:p>
          <a:p>
            <a:r>
              <a:rPr lang="de-DE" dirty="0"/>
              <a:t>Coding </a:t>
            </a:r>
            <a:r>
              <a:rPr lang="de-DE" dirty="0" err="1"/>
              <a:t>standard</a:t>
            </a:r>
            <a:endParaRPr lang="de-DE" dirty="0"/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contribute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0527F8-F67B-66C9-724C-9711E1D63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05797"/>
            <a:ext cx="5867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7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C2D6-F433-3B50-9025-66ED70F1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0062E-56D1-AD1E-9A2A-9EA3546E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APK‘s</a:t>
            </a:r>
            <a:r>
              <a:rPr lang="de-DE" dirty="0"/>
              <a:t> Problem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B6CF1D-85B4-4495-D41B-B0AEAB1B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Momentan modulare Struktur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APK‘s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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1 APK = 1 </a:t>
            </a:r>
            <a:r>
              <a:rPr lang="de-DE" dirty="0" err="1">
                <a:sym typeface="Wingdings" panose="05000000000000000000" pitchFamily="2" charset="2"/>
              </a:rPr>
              <a:t>AndroidManifest</a:t>
            </a:r>
            <a:endParaRPr lang="de-DE" dirty="0"/>
          </a:p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1C5601-BEF4-3803-B114-FCC7FE125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03" y="569460"/>
            <a:ext cx="6258413" cy="502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41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AEE7-A5C2-8640-6FFB-51DD122F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ED9D4-D169-06F8-1A91-D08D6FA8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Templates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D84B78-FD95-01B5-9B63-3AD20026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20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Flow für alle Templates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8B28803-FC3E-6830-0909-8DF57E62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365" y="-365125"/>
            <a:ext cx="7472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84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03D6-899F-DDF7-B4D7-F4E36405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A9DD3-E7CA-EE7D-4159-B6340797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E981B8-71CB-0B81-3952-4DFA1D13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Prozentual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7" name="Grafik 6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73A97BCB-48CD-B65E-66EC-B9D63E815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3" y="1825625"/>
            <a:ext cx="7205487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0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CAC0-1ED2-8293-CFD0-7DDADE52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186D3-C5B6-0DE9-939A-50120F30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6DD642-8307-74A7-6D98-B439A9E9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Prozentual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203D57D9-458B-33FD-3D2A-8AFBA9341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3" y="1825625"/>
            <a:ext cx="7205487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9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A93A-FC6D-A702-5D17-8D920989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895BD-8E7B-4335-96EC-087F0343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B45D22-943C-B119-970B-0241DE89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Prozentual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6" name="Grafik 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5F74B60-C27A-F0AC-00EF-A00C348F7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13" y="1690688"/>
            <a:ext cx="7205487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36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42F7-776C-A15C-7975-6F99C9D5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0A0D67-C460-A50A-208B-EC51BC17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935BDE-4551-097A-CC0D-80F03400D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Total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0A0078B-8B76-103D-1E9D-0E1190734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11" y="1690688"/>
            <a:ext cx="8119889" cy="44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75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97CC-0D7E-CA14-54AD-DD1B1033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E97291-21D4-693D-3115-FB898285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840164-2A75-53FE-A2BD-7D98A0DC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Total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0252EF5-E639-CEBB-DECE-9E6330F58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911" y="1690688"/>
            <a:ext cx="8119889" cy="441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9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2659-B5EB-0A14-421F-65F275DE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9BA74-FB10-7E7B-248A-DB7459B4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8F70F3-A3C9-B585-5CD7-CD0724A7A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„Neuheit“ der </a:t>
            </a:r>
            <a:r>
              <a:rPr lang="de-DE" dirty="0" err="1"/>
              <a:t>Vulnerabilities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6" name="Grafik 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37129AF-0B8F-0056-DFF0-450380064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370" y="2417974"/>
            <a:ext cx="6862383" cy="40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0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1DC2E-FE8C-E873-4563-9A972845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ACE4DA-34F2-227F-B7E7-698E9E58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9E0A9C-9F47-A5E9-7F21-87FF243B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„Neuheit“ der </a:t>
            </a:r>
            <a:r>
              <a:rPr lang="de-DE" dirty="0" err="1"/>
              <a:t>Vulnerabilities</a:t>
            </a:r>
            <a:endParaRPr lang="de-DE" dirty="0"/>
          </a:p>
          <a:p>
            <a:r>
              <a:rPr lang="de-DE" dirty="0"/>
              <a:t>38 </a:t>
            </a:r>
            <a:r>
              <a:rPr lang="de-DE" dirty="0" err="1"/>
              <a:t>unique</a:t>
            </a:r>
            <a:r>
              <a:rPr lang="de-DE" dirty="0"/>
              <a:t> ohne BA</a:t>
            </a:r>
          </a:p>
          <a:p>
            <a:r>
              <a:rPr lang="de-DE" dirty="0"/>
              <a:t>58 </a:t>
            </a:r>
            <a:r>
              <a:rPr lang="de-DE" dirty="0" err="1"/>
              <a:t>unique</a:t>
            </a:r>
            <a:r>
              <a:rPr lang="de-DE" dirty="0"/>
              <a:t> mit BA</a:t>
            </a:r>
          </a:p>
          <a:p>
            <a:r>
              <a:rPr lang="de-DE" dirty="0"/>
              <a:t>20/28 gab es noch nicht</a:t>
            </a:r>
          </a:p>
          <a:p>
            <a:endParaRPr lang="de-CH" dirty="0"/>
          </a:p>
          <a:p>
            <a:endParaRPr lang="de-DE" dirty="0"/>
          </a:p>
          <a:p>
            <a:endParaRPr lang="de-CH" dirty="0"/>
          </a:p>
        </p:txBody>
      </p:sp>
      <p:pic>
        <p:nvPicPr>
          <p:cNvPr id="5" name="Grafik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4E30C47E-C2B9-91F0-CC9D-7EB3569BE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607" y="2475014"/>
            <a:ext cx="6463727" cy="383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37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5375-1879-9958-647A-C08A34B6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23DAA-217C-43FE-E8A0-8DCDAB7D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apps</a:t>
            </a:r>
            <a:endParaRPr lang="de-CH" dirty="0"/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91F4C76-28FF-1D5A-110F-9B74BC567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81" y="1459333"/>
            <a:ext cx="10863094" cy="524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93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4D09-ADE7-5DA4-59E5-20A24021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DAF64-7F93-2ED8-0693-63B19EFC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953D79-02F3-AFDE-DF34-2C70550FD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BA </a:t>
            </a:r>
            <a:r>
              <a:rPr lang="de-DE" dirty="0">
                <a:sym typeface="Wingdings" panose="05000000000000000000" pitchFamily="2" charset="2"/>
              </a:rPr>
              <a:t></a:t>
            </a:r>
          </a:p>
          <a:p>
            <a:r>
              <a:rPr lang="de-DE" dirty="0">
                <a:sym typeface="Wingdings" panose="05000000000000000000" pitchFamily="2" charset="2"/>
              </a:rPr>
              <a:t>Intro, </a:t>
            </a:r>
            <a:r>
              <a:rPr lang="de-DE" dirty="0" err="1">
                <a:sym typeface="Wingdings" panose="05000000000000000000" pitchFamily="2" charset="2"/>
              </a:rPr>
              <a:t>background</a:t>
            </a:r>
            <a:r>
              <a:rPr lang="de-DE" dirty="0">
                <a:sym typeface="Wingdings" panose="05000000000000000000" pitchFamily="2" charset="2"/>
              </a:rPr>
              <a:t> &amp; </a:t>
            </a:r>
            <a:r>
              <a:rPr lang="de-DE" dirty="0" err="1">
                <a:sym typeface="Wingdings" panose="05000000000000000000" pitchFamily="2" charset="2"/>
              </a:rPr>
              <a:t>discussion</a:t>
            </a:r>
            <a:r>
              <a:rPr lang="de-DE" dirty="0">
                <a:sym typeface="Wingdings" panose="05000000000000000000" pitchFamily="2" charset="2"/>
              </a:rPr>
              <a:t> -&gt; „rein Text“</a:t>
            </a:r>
          </a:p>
          <a:p>
            <a:r>
              <a:rPr lang="de-DE" dirty="0">
                <a:sym typeface="Wingdings" panose="05000000000000000000" pitchFamily="2" charset="2"/>
              </a:rPr>
              <a:t>Design, Implementation  &amp; </a:t>
            </a:r>
            <a:r>
              <a:rPr lang="de-DE" dirty="0" err="1">
                <a:sym typeface="Wingdings" panose="05000000000000000000" pitchFamily="2" charset="2"/>
              </a:rPr>
              <a:t>Results</a:t>
            </a:r>
            <a:r>
              <a:rPr lang="de-DE" dirty="0">
                <a:sym typeface="Wingdings" panose="05000000000000000000" pitchFamily="2" charset="2"/>
              </a:rPr>
              <a:t> -&gt; Diagramme und </a:t>
            </a:r>
            <a:r>
              <a:rPr lang="de-DE" dirty="0" err="1">
                <a:sym typeface="Wingdings" panose="05000000000000000000" pitchFamily="2" charset="2"/>
              </a:rPr>
              <a:t>plots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Future Work &amp; </a:t>
            </a:r>
            <a:r>
              <a:rPr lang="de-DE" dirty="0" err="1">
                <a:sym typeface="Wingdings" panose="05000000000000000000" pitchFamily="2" charset="2"/>
              </a:rPr>
              <a:t>Conclusion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CH" dirty="0"/>
          </a:p>
          <a:p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417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Breitbild</PresentationFormat>
  <Paragraphs>83</Paragraphs>
  <Slides>22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</vt:lpstr>
      <vt:lpstr>BA Meeting 08</vt:lpstr>
      <vt:lpstr>Was gemacht wurde</vt:lpstr>
      <vt:lpstr>Schriftlicher Teil - Fragen</vt:lpstr>
      <vt:lpstr>Schriftlicher Teil - Fragen</vt:lpstr>
      <vt:lpstr>Schriftlicher Teil - Fragen</vt:lpstr>
      <vt:lpstr>Schriftlicher Teil - Fragen</vt:lpstr>
      <vt:lpstr>Schriftlicher Teil - Fragen</vt:lpstr>
      <vt:lpstr>Schriftlicher Teil - Fragen</vt:lpstr>
      <vt:lpstr>Schriftlicher Teil - Fragen</vt:lpstr>
      <vt:lpstr>Schriftlicher Teil - Fragen</vt:lpstr>
      <vt:lpstr>Clean up project code</vt:lpstr>
      <vt:lpstr>APK‘s Problem</vt:lpstr>
      <vt:lpstr>Templates</vt:lpstr>
      <vt:lpstr>Comparison existing apps</vt:lpstr>
      <vt:lpstr>Comparison existing apps</vt:lpstr>
      <vt:lpstr>Comparison existing apps</vt:lpstr>
      <vt:lpstr>Comparison existing apps</vt:lpstr>
      <vt:lpstr>Comparison existing apps</vt:lpstr>
      <vt:lpstr>Comparison existing apps</vt:lpstr>
      <vt:lpstr>Comparison existing apps</vt:lpstr>
      <vt:lpstr>Comparison existing apps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42</cp:revision>
  <dcterms:created xsi:type="dcterms:W3CDTF">2026-01-08T08:37:06Z</dcterms:created>
  <dcterms:modified xsi:type="dcterms:W3CDTF">2026-01-09T08:59:20Z</dcterms:modified>
</cp:coreProperties>
</file>