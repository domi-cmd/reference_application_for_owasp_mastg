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5" r:id="rId4"/>
    <p:sldId id="276" r:id="rId5"/>
    <p:sldId id="277" r:id="rId6"/>
    <p:sldId id="278" r:id="rId7"/>
    <p:sldId id="279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B07B93-9397-3EC1-6C9F-D17D50E28A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28FFD61-1B94-BB1D-9119-9FD7F67BF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1F35E7-04D2-151C-379D-4CBF4D052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941940-A621-A4D0-C618-0D0076494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6B6D0D-6878-6FD6-785B-88B03BF45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10831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3F0C0E-03DE-6ECD-0700-BC8084C56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359DD1-4B5C-DCC6-8E01-C7D40A6CCC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78EDC5-246B-15A1-5811-CB0B9E8A5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7EEBE8-38C6-FA27-4D78-45A8AB823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C2495A-99B0-E750-15F4-A059F1F85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37838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6D92D-A061-4D8C-793C-A9AB3BA93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0671EC6-E27D-ED2D-97F6-FB121C35D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25E3D5-4844-2E84-E0A3-A1BF0EE08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5C516-D40E-923B-4342-6D01DA7EF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773A44-7871-F3B7-941C-FEA0F5965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710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E13D3F-E5BF-0FC5-FC08-68429D9EB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CD96FE-0D11-C179-6598-F37CBAAC6A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38B2D31-65AF-86B1-4BA2-B5E19981E5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0CC50D-122A-0CEC-B8E8-9071F4440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A13AD62-B051-4010-DB5E-73A4CDF6B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7FC71D9-BF9C-417B-03D2-E8997DFBB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66802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135A5C-ACBA-BF2C-A1BE-66EBB8E0A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4E60721-5D1A-CB54-8618-F56555B12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CD09C27-0586-5292-5CD5-8099D6C9A3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967A1C6-9B3B-C8AD-BFC6-55E027A96F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2ED800-1EB8-F1CA-74EB-736F79182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C175F45-9A41-1636-B1CC-693E88EBF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1C5F97D-E3B9-20BF-628D-207F31E46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04D4481-74DC-69F7-429E-5D8EAD4C4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49947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E65DC8-DFF5-255B-3E36-C478257A0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1C24941-A0B7-5EFC-0D40-7976E103D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45A625-8E4E-1FDC-FAD9-FD2914243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8D2ED1A-D1B2-30F3-495D-86D71C52C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48358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8C01DD8-9A8D-B398-8540-2E50EC8B5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6E0CBE6-C3AB-6BC8-E17E-D23D3D5B8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994303-02C2-0E4B-BF45-B8913F52A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28402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345166-BBD4-D1FF-B180-F4BCCC72F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EAAAA9-AFE1-77D3-1F2B-04007030D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0D7F3E2-A8BA-1D72-874C-2CBC1E38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CA319E6-4498-9E20-69DC-2D9CB484A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8F6029B-09AE-6174-D972-9B25F8CC7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37EACD-472F-0F91-8880-36D54656D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29757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3288E1-8BD4-A9A0-6AB3-B670E3694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DFDE22F-55ED-9BD3-3D34-B465052486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EDAF2B-1347-B036-98A7-F053C4455D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E69674E-596F-95B0-A4E6-A919EC185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19901EE-62E0-9250-B736-E7BC2F541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C331A09-CC4B-F286-209D-23B018C54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10275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154D8F-8FF3-650A-6461-AC9703759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ADD37AD-A19D-BBA7-112C-9C5DD503BD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B0095-BE07-3DC9-B9FA-0F0E11162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814C2E-C360-C999-3789-C92C746A1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384A43-3FF1-A564-2229-A843A97CC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80265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AF522B9-FE7E-1EE6-A440-C3A949371D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108DD40-0212-9FEA-A6D4-A9A35F616D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C3ED02-CB2A-7F60-394D-84B3C54D2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E4AAAA2-FEC4-0E8F-4D09-4D651BC08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9025C1-551E-5D18-421F-4932A56BF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30177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4869DE9-E955-6AF1-D156-61EB6763D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3D7B25C-C74B-1FE9-7962-AE61F03AAC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B86BCB-E47C-F925-208F-04EA94EC2A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2CB7D4-CFD6-4086-B0BB-696717916F0D}" type="datetimeFigureOut">
              <a:rPr lang="de-CH" smtClean="0"/>
              <a:t>08.01.2026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6396CA-0872-B36E-A261-C3499276D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8EE20F-671F-DF71-2167-00D57C839B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951EA9-5157-49ED-862E-465A0C79208B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2907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6A6445-2ED6-112A-E871-D879793E6E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BA Meeting 08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45835F-9EFA-6B0A-B906-3B557C28A2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09.01.2025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58111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75E084-4283-C467-1800-4AE23640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gemacht wurde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B33408-B968-C438-6B56-CBC6E795F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Cleanup</a:t>
            </a:r>
            <a:r>
              <a:rPr lang="de-DE" dirty="0"/>
              <a:t> aller </a:t>
            </a:r>
            <a:r>
              <a:rPr lang="de-DE" dirty="0" err="1"/>
              <a:t>Vulnerabilities</a:t>
            </a:r>
            <a:endParaRPr lang="de-DE" dirty="0"/>
          </a:p>
          <a:p>
            <a:r>
              <a:rPr lang="de-DE" dirty="0" err="1"/>
              <a:t>Readmes</a:t>
            </a:r>
            <a:r>
              <a:rPr lang="de-DE" dirty="0"/>
              <a:t> fertig stellen</a:t>
            </a:r>
          </a:p>
          <a:p>
            <a:r>
              <a:rPr lang="de-DE" dirty="0"/>
              <a:t>Auswertung und Plots „Vergleich mit existierenden Apps“ </a:t>
            </a:r>
          </a:p>
          <a:p>
            <a:r>
              <a:rPr lang="de-DE" dirty="0"/>
              <a:t>Auseinandersetzung schriftlicher Teil</a:t>
            </a:r>
            <a:endParaRPr lang="de-CH" dirty="0"/>
          </a:p>
          <a:p>
            <a:endParaRPr lang="de-DE" dirty="0"/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20726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C47C1-73C6-B1E6-0BC3-4CADADA8C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12BA75-F296-0E4D-04D5-836A608F0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Schriftlicher Teil - Fragen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EB899A-578A-B189-0B06-F544A9F35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Introduction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- Motivation: Warum ist das Thema wichtig?</a:t>
            </a:r>
          </a:p>
          <a:p>
            <a:pPr marL="0" indent="0">
              <a:buNone/>
            </a:pPr>
            <a:r>
              <a:rPr lang="de-DE" dirty="0"/>
              <a:t>- Problemstellung</a:t>
            </a:r>
          </a:p>
          <a:p>
            <a:pPr>
              <a:buFontTx/>
              <a:buChar char="-"/>
            </a:pPr>
            <a:r>
              <a:rPr lang="de-DE" dirty="0"/>
              <a:t>Zielsetzung der Arbeit</a:t>
            </a:r>
          </a:p>
          <a:p>
            <a:pPr>
              <a:buFontTx/>
              <a:buChar char="-"/>
            </a:pPr>
            <a:r>
              <a:rPr lang="de-DE" dirty="0"/>
              <a:t>Forschungsfragen / Hypothesen</a:t>
            </a:r>
          </a:p>
          <a:p>
            <a:pPr marL="0" indent="0">
              <a:buNone/>
            </a:pPr>
            <a:r>
              <a:rPr lang="de-DE" dirty="0"/>
              <a:t>- Vorgehensweise und Struktur der Arbeit</a:t>
            </a:r>
          </a:p>
          <a:p>
            <a:endParaRPr lang="de-CH" dirty="0"/>
          </a:p>
          <a:p>
            <a:pPr>
              <a:buFont typeface="Wingdings" panose="05000000000000000000" pitchFamily="2" charset="2"/>
              <a:buChar char="è"/>
            </a:pPr>
            <a:r>
              <a:rPr lang="de-CH" dirty="0"/>
              <a:t>Auf Auslegung .md der Arbeit fokussieren?</a:t>
            </a:r>
          </a:p>
          <a:p>
            <a:pPr marL="0" indent="0">
              <a:buNone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27728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A7A0D-610A-999F-134C-024AEC61F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03C77-A8A1-8E78-B389-CDFCA9E30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Schriftlicher Teil - Fragen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FA1BDC-8A47-CD81-A7A0-42DFC482D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Background</a:t>
            </a:r>
          </a:p>
          <a:p>
            <a:pPr>
              <a:buFontTx/>
              <a:buChar char="-"/>
            </a:pPr>
            <a:r>
              <a:rPr lang="de-DE" dirty="0">
                <a:solidFill>
                  <a:srgbClr val="FF0000"/>
                </a:solidFill>
              </a:rPr>
              <a:t>Android </a:t>
            </a:r>
            <a:r>
              <a:rPr lang="de-DE" dirty="0" err="1">
                <a:solidFill>
                  <a:srgbClr val="FF0000"/>
                </a:solidFill>
              </a:rPr>
              <a:t>Internals</a:t>
            </a:r>
            <a:endParaRPr lang="de-DE" dirty="0">
              <a:solidFill>
                <a:srgbClr val="FF0000"/>
              </a:solidFill>
            </a:endParaRPr>
          </a:p>
          <a:p>
            <a:pPr>
              <a:buFontTx/>
              <a:buChar char="-"/>
            </a:pPr>
            <a:r>
              <a:rPr lang="de-DE" dirty="0"/>
              <a:t>…</a:t>
            </a:r>
          </a:p>
          <a:p>
            <a:endParaRPr lang="de-CH" dirty="0"/>
          </a:p>
          <a:p>
            <a:pPr>
              <a:buFont typeface="Wingdings" panose="05000000000000000000" pitchFamily="2" charset="2"/>
              <a:buChar char="è"/>
            </a:pPr>
            <a:r>
              <a:rPr lang="de-CH" dirty="0"/>
              <a:t>In Design/Implementation verwendete Begriffe erklären?</a:t>
            </a:r>
          </a:p>
          <a:p>
            <a:pPr marL="0" indent="0">
              <a:buNone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787128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C027B-DC0A-7B88-0D13-40D2BD4C5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4A65CE-671B-887E-EBB6-F3B12C90B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Schriftlicher Teil - Fragen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8336BB-B97F-41F8-909C-3E7BD485C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Background</a:t>
            </a:r>
          </a:p>
          <a:p>
            <a:pPr marL="0" indent="0">
              <a:buNone/>
            </a:pPr>
            <a:r>
              <a:rPr lang="en-US" dirty="0"/>
              <a:t>- …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- OWASP MAS</a:t>
            </a:r>
            <a:endParaRPr lang="de-DE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663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6D2F2-016E-7E65-A8C8-8CD35F914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913DF9-2DDF-88D1-A914-D0BD586D9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Schriftlicher Teil - Fragen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2BE1C4-508A-C768-C541-284FBB599D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Design: </a:t>
            </a:r>
          </a:p>
          <a:p>
            <a:pPr marL="0" indent="0">
              <a:buNone/>
            </a:pPr>
            <a:r>
              <a:rPr lang="de-DE" dirty="0"/>
              <a:t>Hier beschreibst du High-Level deine Ideen und </a:t>
            </a:r>
            <a:r>
              <a:rPr lang="de-DE" dirty="0">
                <a:solidFill>
                  <a:srgbClr val="FF0000"/>
                </a:solidFill>
              </a:rPr>
              <a:t>begründest die Auswahl </a:t>
            </a:r>
            <a:r>
              <a:rPr lang="de-DE" dirty="0"/>
              <a:t>der implementierten </a:t>
            </a:r>
            <a:r>
              <a:rPr lang="de-DE" dirty="0" err="1"/>
              <a:t>Vulnerabilities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>
              <a:buFont typeface="Wingdings" panose="05000000000000000000" pitchFamily="2" charset="2"/>
              <a:buChar char="è"/>
            </a:pPr>
            <a:r>
              <a:rPr lang="de-DE" dirty="0"/>
              <a:t>Was genau gemeint mit Begründung?</a:t>
            </a:r>
          </a:p>
          <a:p>
            <a:pPr marL="0" indent="0">
              <a:buNone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70076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AF1D4-54A2-0A63-BDFA-2B248408F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C4844-EF35-31B6-2FBF-9E236ABC6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Schriftlicher Teil - Fragen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E818FC-06E6-999E-C0A4-B08D3C5BB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Results</a:t>
            </a:r>
            <a:r>
              <a:rPr lang="de-DE" dirty="0"/>
              <a:t>: </a:t>
            </a:r>
          </a:p>
          <a:p>
            <a:pPr marL="0" indent="0">
              <a:buNone/>
            </a:pPr>
            <a:r>
              <a:rPr lang="de-DE" dirty="0"/>
              <a:t>- …</a:t>
            </a:r>
          </a:p>
          <a:p>
            <a:pPr marL="0" indent="0">
              <a:buNone/>
            </a:pPr>
            <a:r>
              <a:rPr lang="de-DE" dirty="0"/>
              <a:t>- Beantwortung der </a:t>
            </a:r>
            <a:r>
              <a:rPr lang="de-DE" dirty="0">
                <a:solidFill>
                  <a:srgbClr val="FF0000"/>
                </a:solidFill>
              </a:rPr>
              <a:t>Forschungsfragen / Hypothesen</a:t>
            </a:r>
            <a:endParaRPr lang="de-CH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1995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</Words>
  <Application>Microsoft Office PowerPoint</Application>
  <PresentationFormat>Breitbild</PresentationFormat>
  <Paragraphs>35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Wingdings</vt:lpstr>
      <vt:lpstr>Office</vt:lpstr>
      <vt:lpstr>BA Meeting 08</vt:lpstr>
      <vt:lpstr>Was gemacht wurde</vt:lpstr>
      <vt:lpstr>Schriftlicher Teil - Fragen</vt:lpstr>
      <vt:lpstr>Schriftlicher Teil - Fragen</vt:lpstr>
      <vt:lpstr>Schriftlicher Teil - Fragen</vt:lpstr>
      <vt:lpstr>Schriftlicher Teil - Fragen</vt:lpstr>
      <vt:lpstr>Schriftlicher Teil - Fragen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Kronig, Dominic Fabian (STUDENTS)</dc:creator>
  <cp:lastModifiedBy>Kronig, Dominic Fabian (STUDENTS)</cp:lastModifiedBy>
  <cp:revision>24</cp:revision>
  <dcterms:created xsi:type="dcterms:W3CDTF">2026-01-08T08:37:06Z</dcterms:created>
  <dcterms:modified xsi:type="dcterms:W3CDTF">2026-01-08T08:57:42Z</dcterms:modified>
</cp:coreProperties>
</file>