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BFEFE-7F2A-D430-6762-1F5AA10CA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7EF0F6-5216-BC50-99D0-A66D22B16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62A04-217F-7572-49AB-BADA38AF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538135-A276-D414-30F8-4408D58F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46EF47-A7A4-6CD9-37B8-D53E2A57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328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BFC8E-5F2D-73A5-DD8D-EED724CDD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B423C7-AF61-4973-B58D-0CA0379E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2355A1-C32F-13D8-D1E0-CE068D33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7C7283-83EC-347C-7E02-FA008DB9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F2DD35-E6E6-222C-E8A5-304381C2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9568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49B0BF-6549-BB44-C2E5-BCFA9E228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D14CA1-6F8D-F799-0F86-996533C59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8CDF11-D715-D7C1-5B2E-77CD5893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752973-E72D-FA81-AA4F-7568CC1F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AE8F0B-5BCC-02C0-F594-12D52574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848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A0FB4-A3DA-0D47-EDBF-F55F637C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DECA84-5233-0267-A208-C345691F8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E8BF04-22F9-3805-AEC2-AB4AD9D5F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A0116F-BF6F-4387-47C2-ECB7D0F5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1ADDE6-4AAD-8C99-2A39-A8BEA32D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E7408C-42BF-01AF-1404-F2CA8E2B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532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DA92D-DECD-DC7D-760B-1A0192C9F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D4D93B-85D2-27FB-D970-7A4D279A8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99B1BA-1C7A-6ED6-67A3-302EF367A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F43C74-4F1C-5DFD-B1FD-F02C747FE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7235576-C8FB-A533-D3EE-FBD4AD741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83C6BF4-22F8-26EB-E02C-A7F75049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0DC8F2-C054-346A-9900-6838C949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5246065-CB02-4290-A0A2-10228233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2241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1BED6-00BB-9AA7-6273-E17FC293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9B05F2-8073-06F8-2249-57563477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E02A17-7DD5-0FA7-DA46-3F661313D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539901-8BC8-747B-242F-98F28366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9570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3DB4DB0-7458-6729-690F-007828FF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EAECBF-11A4-6F35-8DB1-16BA69A9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7CE5BA-112F-CA5D-215D-BBC1B732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907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DF817-F853-89DF-5BDF-E5EA42E4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56C13A-3581-6A1D-7B1B-0BD3B841A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0A9E02-22F9-8344-83EC-377EFC59D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94A0E2-88FC-52C8-61FF-8554AE9F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B0D1E0-182E-E265-B65E-4E970A6C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FDA2EE-AE33-E059-6982-F38BF70A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1464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596101-2907-5B56-3076-AE36B856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EABAEBC-603E-8C7A-97FC-D99D94B4A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CAD1EF-7F2C-0E07-8EB6-0B6C3E387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2775BC-1646-60CA-C9C5-F98E034A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7CAA45-44E4-5BF6-E633-AF857BB35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6EF46B-262C-9143-151E-C5B5D773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0464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9F55E8-952A-16FB-42A3-B2D8619A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3E1131-DBD3-92D1-D702-5A4048E3A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8D130B-425A-B33C-604E-FD337302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ABAACD-0DFC-10B8-5DC6-A66592416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AB335E-EC79-76C2-3F5C-939191DD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282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27EFD9C-1F46-8A4D-07A2-6EAB35386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F16889C-FF84-C791-AD0A-18722EA74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EEC0EC-602E-BD3E-8867-8D469BAB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485CA5-464E-4881-DC0B-EE6193EC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0C6218-D9F4-0A67-1112-DA812EDB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957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89FB848-ACE9-CAE0-BEB1-4186E41A5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F108F-2F57-4A16-032C-D654C259B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6CDBAE-D413-D5B6-42EC-7D037CD9C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E99B4-F11D-4563-BA65-B73021F0CC66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FFA6B6-6961-8F17-C84E-6EE480752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5D1ECF-7DED-5D69-AF22-B507B4A40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E19AA-3B56-424A-8620-53A57250EC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2153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D5400-A5BB-3224-DAA0-F9B617703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 Meeting 09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40C0032-F8FF-702A-396A-B8DA51CFE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23.01.2026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3092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8C6AF1-527F-D1A6-46A8-9E74BE8B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MobSF</a:t>
            </a:r>
            <a:r>
              <a:rPr lang="de-DE" dirty="0"/>
              <a:t> &amp; </a:t>
            </a:r>
            <a:r>
              <a:rPr lang="de-DE" dirty="0" err="1"/>
              <a:t>semgrep</a:t>
            </a:r>
            <a:r>
              <a:rPr lang="de-DE" dirty="0"/>
              <a:t> in </a:t>
            </a:r>
            <a:r>
              <a:rPr lang="de-DE" dirty="0" err="1"/>
              <a:t>Results</a:t>
            </a:r>
            <a:r>
              <a:rPr lang="de-DE" dirty="0"/>
              <a:t> Kapitel?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C62E45-D6F7-AAB9-CB4C-429F49F2F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SAST &amp; DAST </a:t>
            </a:r>
            <a:r>
              <a:rPr lang="de-DE" dirty="0" err="1"/>
              <a:t>tools</a:t>
            </a:r>
            <a:r>
              <a:rPr lang="de-DE" dirty="0"/>
              <a:t> -&gt; </a:t>
            </a:r>
            <a:r>
              <a:rPr lang="de-DE" dirty="0" err="1"/>
              <a:t>grosser</a:t>
            </a:r>
            <a:r>
              <a:rPr lang="de-DE" dirty="0"/>
              <a:t> Teil von Motivation in </a:t>
            </a:r>
            <a:r>
              <a:rPr lang="de-DE" dirty="0" err="1"/>
              <a:t>Introduction</a:t>
            </a:r>
            <a:endParaRPr lang="de-DE" dirty="0"/>
          </a:p>
          <a:p>
            <a:r>
              <a:rPr lang="de-DE" dirty="0"/>
              <a:t>Taucht gar nicht mehr auf </a:t>
            </a:r>
          </a:p>
          <a:p>
            <a:r>
              <a:rPr lang="de-DE" dirty="0"/>
              <a:t>Darf ich „neues“ Material einführen in </a:t>
            </a:r>
            <a:r>
              <a:rPr lang="de-DE" dirty="0" err="1"/>
              <a:t>Results</a:t>
            </a:r>
            <a:r>
              <a:rPr lang="de-DE" dirty="0"/>
              <a:t>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4241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C1197-D9E1-4DC7-3A3B-A99A0A2D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Objectives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Thesis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525C92-731D-34BC-F15F-25DE7FC6F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Purer Text oder als Auflistung?</a:t>
            </a:r>
            <a:endParaRPr lang="de-CH" dirty="0"/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A8513893-07E0-E446-4E51-10CEE876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57" y="2500644"/>
            <a:ext cx="7649255" cy="412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1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EE4675-372C-3EE0-E3FA-49BE8C943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Code </a:t>
            </a:r>
            <a:r>
              <a:rPr lang="de-DE" dirty="0" err="1"/>
              <a:t>snippets</a:t>
            </a:r>
            <a:r>
              <a:rPr lang="de-DE" dirty="0"/>
              <a:t> in Implementation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F8F67E-29B0-8B99-EDE1-74F9D0519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Realitätsgetreu oder mit „schlechten Comments“ für Verständnis?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83391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4AD813-1328-C6A4-F2B4-CEFFA842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F8307-59E5-175C-B56B-8B1C78077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B77F02F-7834-D7AA-99CC-2AF621500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1519237"/>
            <a:ext cx="117252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2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3399E-E36A-E0FA-CEE8-245FE4C5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0326A9-48FC-DFB9-0C29-BF4BA3400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7" name="Grafik 6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D5F7E2AD-D1AF-5738-0AED-83A5FF99D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" y="376237"/>
            <a:ext cx="1187767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5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DD2325-9045-F7FF-90EF-270EB789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 – Gar nix zu </a:t>
            </a:r>
            <a:r>
              <a:rPr lang="de-DE" dirty="0" err="1"/>
              <a:t>Cryptography</a:t>
            </a:r>
            <a:r>
              <a:rPr lang="de-DE" dirty="0"/>
              <a:t>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6952B9-09FF-5343-546B-A0382F642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Android </a:t>
            </a:r>
            <a:r>
              <a:rPr lang="de-DE" dirty="0" err="1"/>
              <a:t>Internals</a:t>
            </a:r>
            <a:endParaRPr lang="de-DE" dirty="0"/>
          </a:p>
          <a:p>
            <a:pPr>
              <a:buFontTx/>
              <a:buChar char="-"/>
            </a:pPr>
            <a:r>
              <a:rPr lang="de-DE" dirty="0" err="1"/>
              <a:t>Activity</a:t>
            </a:r>
            <a:endParaRPr lang="de-DE" dirty="0"/>
          </a:p>
          <a:p>
            <a:pPr>
              <a:buFontTx/>
              <a:buChar char="-"/>
            </a:pPr>
            <a:r>
              <a:rPr lang="de-CH" dirty="0"/>
              <a:t>Service</a:t>
            </a:r>
          </a:p>
          <a:p>
            <a:pPr>
              <a:buFontTx/>
              <a:buChar char="-"/>
            </a:pPr>
            <a:r>
              <a:rPr lang="de-CH" dirty="0"/>
              <a:t>Content Provider</a:t>
            </a:r>
          </a:p>
          <a:p>
            <a:pPr>
              <a:buFontTx/>
              <a:buChar char="-"/>
            </a:pPr>
            <a:r>
              <a:rPr lang="de-CH" dirty="0"/>
              <a:t>Android Manifest</a:t>
            </a:r>
          </a:p>
          <a:p>
            <a:pPr>
              <a:buFontTx/>
              <a:buChar char="-"/>
            </a:pPr>
            <a:r>
              <a:rPr lang="de-CH" dirty="0" err="1"/>
              <a:t>Intents</a:t>
            </a:r>
            <a:endParaRPr lang="de-CH" dirty="0"/>
          </a:p>
          <a:p>
            <a:pPr>
              <a:buFontTx/>
              <a:buChar char="-"/>
            </a:pPr>
            <a:r>
              <a:rPr lang="de-CH" dirty="0"/>
              <a:t>URI</a:t>
            </a:r>
          </a:p>
          <a:p>
            <a:pPr>
              <a:buFontTx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93624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7D9E-9851-B124-1ACE-EC1DF441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FF95E0-E924-A88D-049C-544AD3E8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93C2C8-A5C0-6BE3-4DDA-90BED9DB1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Data Storage</a:t>
            </a:r>
          </a:p>
          <a:p>
            <a:pPr>
              <a:buFontTx/>
              <a:buChar char="-"/>
            </a:pP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Preferences</a:t>
            </a:r>
            <a:endParaRPr lang="de-DE" dirty="0"/>
          </a:p>
          <a:p>
            <a:pPr>
              <a:buFontTx/>
              <a:buChar char="-"/>
            </a:pPr>
            <a:r>
              <a:rPr lang="de-DE" dirty="0" err="1"/>
              <a:t>Keystores</a:t>
            </a:r>
            <a:endParaRPr lang="de-CH" dirty="0"/>
          </a:p>
          <a:p>
            <a:pPr>
              <a:buFontTx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3279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80F1-EEAF-8B43-3DEA-9CB7EDB9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839FCA-0D51-899F-DAD0-142CD97E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5BB510-5B6D-80C2-C78E-5617AF09D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OWASP MAS</a:t>
            </a:r>
          </a:p>
          <a:p>
            <a:pPr>
              <a:buFontTx/>
              <a:buChar char="-"/>
            </a:pPr>
            <a:r>
              <a:rPr lang="de-DE" dirty="0"/>
              <a:t>MASTG</a:t>
            </a:r>
          </a:p>
          <a:p>
            <a:pPr>
              <a:buFontTx/>
              <a:buChar char="-"/>
            </a:pPr>
            <a:r>
              <a:rPr lang="de-DE" dirty="0"/>
              <a:t>MASWE</a:t>
            </a:r>
          </a:p>
          <a:p>
            <a:pPr>
              <a:buFontTx/>
              <a:buChar char="-"/>
            </a:pPr>
            <a:r>
              <a:rPr lang="de-DE" dirty="0"/>
              <a:t>MASVS</a:t>
            </a:r>
            <a:endParaRPr lang="de-CH" dirty="0"/>
          </a:p>
          <a:p>
            <a:pPr>
              <a:buFontTx/>
              <a:buChar char="-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7893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9CD7CC-48F9-EAA5-18B2-347BC7FA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1BFFB9-50ED-0891-392A-D5EF7E02F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Insgesamt nur 2.5 Seiten</a:t>
            </a:r>
          </a:p>
          <a:p>
            <a:r>
              <a:rPr lang="de-DE" dirty="0"/>
              <a:t>Soll ich Crypto Algorithmen zu Wikipedia verlinken?</a:t>
            </a:r>
          </a:p>
          <a:p>
            <a:r>
              <a:rPr lang="de-DE" dirty="0"/>
              <a:t>Gar nicht erklären?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89980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54A10-C96C-72FA-F350-55456985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Abgabe der Arbeit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1CC9B7-8666-AF04-3210-96BF29324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Nur als </a:t>
            </a:r>
            <a:r>
              <a:rPr lang="de-DE" dirty="0" err="1"/>
              <a:t>pdf</a:t>
            </a:r>
            <a:r>
              <a:rPr lang="de-DE" dirty="0"/>
              <a:t>?</a:t>
            </a:r>
          </a:p>
          <a:p>
            <a:r>
              <a:rPr lang="de-DE" dirty="0"/>
              <a:t>Bis Freitag 23:59?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17688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31A46-E604-C6C5-A95F-0204418B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Angabe von AI </a:t>
            </a:r>
            <a:r>
              <a:rPr lang="de-DE" dirty="0" err="1"/>
              <a:t>tools</a:t>
            </a:r>
            <a:r>
              <a:rPr lang="de-DE" dirty="0"/>
              <a:t> </a:t>
            </a:r>
            <a:r>
              <a:rPr lang="de-DE" dirty="0" err="1"/>
              <a:t>Overleaf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6B4E53-A352-1B85-00FD-FD353ADE4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Muss ich Autokorrekt angeben? </a:t>
            </a:r>
          </a:p>
          <a:p>
            <a:r>
              <a:rPr lang="de-DE" dirty="0"/>
              <a:t>Falls ja, wie?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1425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C7B72-E351-0821-1A13-DAA2D5C2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Passt das so?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E1F8C8-EFE7-D1BE-74CF-B09EEAEEF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D2377091-A771-9C92-E5EE-DFFFEBE0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872" y="1027906"/>
            <a:ext cx="5876925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09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61E62-ED96-67C6-4AFE-364174DA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Kriterien Vortrag?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EE6619-6FC0-5BF9-EE5B-EFBD68A7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Wirklich die 30 Minuten anpeilen?</a:t>
            </a:r>
          </a:p>
          <a:p>
            <a:r>
              <a:rPr lang="de-DE" dirty="0"/>
              <a:t>Darf/Soll man über alles in der BA (Motivation, </a:t>
            </a:r>
            <a:r>
              <a:rPr lang="de-DE" dirty="0" err="1"/>
              <a:t>Objectives</a:t>
            </a:r>
            <a:r>
              <a:rPr lang="de-DE" dirty="0"/>
              <a:t>, </a:t>
            </a:r>
            <a:r>
              <a:rPr lang="de-DE" dirty="0" err="1"/>
              <a:t>etc</a:t>
            </a:r>
            <a:r>
              <a:rPr lang="de-DE" dirty="0"/>
              <a:t>) sprechen?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76454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7D564-D45A-3C22-28C6-B6AE7038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Flow Diagramme und Plots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454109-E5E6-1162-BA42-048249D3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Keine Titel entspricht </a:t>
            </a:r>
            <a:r>
              <a:rPr lang="de-DE" dirty="0" err="1"/>
              <a:t>Unibe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8314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188D08-0EFB-9217-1B09-F64E6793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Widmung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E0DE8F-4E56-D7AC-6CE0-B336C327E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Darf man eine Widmung hinzufügen nach Titelblatt?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6397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Breitbild</PresentationFormat>
  <Paragraphs>45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</vt:lpstr>
      <vt:lpstr>BA Meeting 09</vt:lpstr>
      <vt:lpstr>MobSF &amp; semgrep in Results Kapitel?</vt:lpstr>
      <vt:lpstr>Objectives of the Thesis</vt:lpstr>
      <vt:lpstr>Code snippets in Implementation</vt:lpstr>
      <vt:lpstr>PowerPoint-Präsentation</vt:lpstr>
      <vt:lpstr>PowerPoint-Präsentation</vt:lpstr>
      <vt:lpstr>Background – Gar nix zu Cryptography?</vt:lpstr>
      <vt:lpstr>Background</vt:lpstr>
      <vt:lpstr>Background</vt:lpstr>
      <vt:lpstr>Background</vt:lpstr>
      <vt:lpstr>Abgabe der Arbeit</vt:lpstr>
      <vt:lpstr>Angabe von AI tools Overleaf</vt:lpstr>
      <vt:lpstr>Passt das so?</vt:lpstr>
      <vt:lpstr>Kriterien Vortrag?</vt:lpstr>
      <vt:lpstr>Flow Diagramme und Plots</vt:lpstr>
      <vt:lpstr>Widmung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Kronig, Dominic Fabian (STUDENTS)</dc:creator>
  <cp:lastModifiedBy>Kronig, Dominic Fabian (STUDENTS)</cp:lastModifiedBy>
  <cp:revision>12</cp:revision>
  <dcterms:created xsi:type="dcterms:W3CDTF">2026-01-22T17:09:10Z</dcterms:created>
  <dcterms:modified xsi:type="dcterms:W3CDTF">2026-01-23T07:30:24Z</dcterms:modified>
</cp:coreProperties>
</file>